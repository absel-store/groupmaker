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4"/>
  </p:sldMasterIdLst>
  <p:notesMasterIdLst>
    <p:notesMasterId r:id="rId16"/>
  </p:notesMasterIdLst>
  <p:handoutMasterIdLst>
    <p:handoutMasterId r:id="rId17"/>
  </p:handoutMasterIdLst>
  <p:sldIdLst>
    <p:sldId id="256" r:id="rId5"/>
    <p:sldId id="355" r:id="rId6"/>
    <p:sldId id="420" r:id="rId7"/>
    <p:sldId id="423" r:id="rId8"/>
    <p:sldId id="453" r:id="rId9"/>
    <p:sldId id="454" r:id="rId10"/>
    <p:sldId id="455" r:id="rId11"/>
    <p:sldId id="456" r:id="rId12"/>
    <p:sldId id="457" r:id="rId13"/>
    <p:sldId id="451" r:id="rId14"/>
    <p:sldId id="452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82839B-E93F-40CA-984E-30F836B44959}" v="2" dt="2026-02-15T21:03:47.0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5" autoAdjust="0"/>
    <p:restoredTop sz="76693" autoAdjust="0"/>
  </p:normalViewPr>
  <p:slideViewPr>
    <p:cSldViewPr>
      <p:cViewPr varScale="1">
        <p:scale>
          <a:sx n="84" d="100"/>
          <a:sy n="84" d="100"/>
        </p:scale>
        <p:origin x="7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vikulwat, Precha" userId="516d5f0b-2540-43ea-84f1-31793b8d328c" providerId="ADAL" clId="{4E8DB006-739C-4785-BE2A-8795BA2F9980}"/>
    <pc:docChg chg="undo custSel addSld delSld modSld">
      <pc:chgData name="Thavikulwat, Precha" userId="516d5f0b-2540-43ea-84f1-31793b8d328c" providerId="ADAL" clId="{4E8DB006-739C-4785-BE2A-8795BA2F9980}" dt="2026-02-18T22:52:12.611" v="346" actId="1038"/>
      <pc:docMkLst>
        <pc:docMk/>
      </pc:docMkLst>
      <pc:sldChg chg="modSp mod">
        <pc:chgData name="Thavikulwat, Precha" userId="516d5f0b-2540-43ea-84f1-31793b8d328c" providerId="ADAL" clId="{4E8DB006-739C-4785-BE2A-8795BA2F9980}" dt="2026-02-15T20:39:03.139" v="17" actId="20577"/>
        <pc:sldMkLst>
          <pc:docMk/>
          <pc:sldMk cId="0" sldId="256"/>
        </pc:sldMkLst>
        <pc:spChg chg="mod">
          <ac:chgData name="Thavikulwat, Precha" userId="516d5f0b-2540-43ea-84f1-31793b8d328c" providerId="ADAL" clId="{4E8DB006-739C-4785-BE2A-8795BA2F9980}" dt="2026-02-15T20:39:03.139" v="17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Thavikulwat, Precha" userId="516d5f0b-2540-43ea-84f1-31793b8d328c" providerId="ADAL" clId="{4E8DB006-739C-4785-BE2A-8795BA2F9980}" dt="2026-02-15T21:04:01.833" v="116" actId="6549"/>
        <pc:sldMkLst>
          <pc:docMk/>
          <pc:sldMk cId="4042223544" sldId="420"/>
        </pc:sldMkLst>
        <pc:spChg chg="mod">
          <ac:chgData name="Thavikulwat, Precha" userId="516d5f0b-2540-43ea-84f1-31793b8d328c" providerId="ADAL" clId="{4E8DB006-739C-4785-BE2A-8795BA2F9980}" dt="2026-02-15T21:04:01.833" v="116" actId="6549"/>
          <ac:spMkLst>
            <pc:docMk/>
            <pc:sldMk cId="4042223544" sldId="420"/>
            <ac:spMk id="2" creationId="{738771BF-271C-32B6-E671-1DD24BBCA05C}"/>
          </ac:spMkLst>
        </pc:spChg>
        <pc:spChg chg="mod">
          <ac:chgData name="Thavikulwat, Precha" userId="516d5f0b-2540-43ea-84f1-31793b8d328c" providerId="ADAL" clId="{4E8DB006-739C-4785-BE2A-8795BA2F9980}" dt="2026-02-15T21:03:29.766" v="115" actId="6549"/>
          <ac:spMkLst>
            <pc:docMk/>
            <pc:sldMk cId="4042223544" sldId="420"/>
            <ac:spMk id="5" creationId="{7CF11A86-615A-E81C-C246-DE8D43BF6A43}"/>
          </ac:spMkLst>
        </pc:spChg>
      </pc:sldChg>
      <pc:sldChg chg="addSp delSp modSp mod">
        <pc:chgData name="Thavikulwat, Precha" userId="516d5f0b-2540-43ea-84f1-31793b8d328c" providerId="ADAL" clId="{4E8DB006-739C-4785-BE2A-8795BA2F9980}" dt="2026-02-18T22:40:37.232" v="225" actId="1037"/>
        <pc:sldMkLst>
          <pc:docMk/>
          <pc:sldMk cId="2681963531" sldId="423"/>
        </pc:sldMkLst>
        <pc:spChg chg="mod">
          <ac:chgData name="Thavikulwat, Precha" userId="516d5f0b-2540-43ea-84f1-31793b8d328c" providerId="ADAL" clId="{4E8DB006-739C-4785-BE2A-8795BA2F9980}" dt="2026-02-15T21:06:15.069" v="129" actId="20577"/>
          <ac:spMkLst>
            <pc:docMk/>
            <pc:sldMk cId="2681963531" sldId="423"/>
            <ac:spMk id="2" creationId="{8067F996-00C7-6F46-4AB3-9BAC57C43A29}"/>
          </ac:spMkLst>
        </pc:spChg>
        <pc:picChg chg="add mod">
          <ac:chgData name="Thavikulwat, Precha" userId="516d5f0b-2540-43ea-84f1-31793b8d328c" providerId="ADAL" clId="{4E8DB006-739C-4785-BE2A-8795BA2F9980}" dt="2026-02-18T22:40:37.232" v="225" actId="1037"/>
          <ac:picMkLst>
            <pc:docMk/>
            <pc:sldMk cId="2681963531" sldId="423"/>
            <ac:picMk id="3" creationId="{9E85147E-0FEC-0704-4EE0-0F1F59AA7AD6}"/>
          </ac:picMkLst>
        </pc:picChg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878233381" sldId="424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2414075660" sldId="444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4002394455" sldId="445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3151398862" sldId="446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3637325433" sldId="447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2329957104" sldId="448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1313932928" sldId="449"/>
        </pc:sldMkLst>
      </pc:sldChg>
      <pc:sldChg chg="del">
        <pc:chgData name="Thavikulwat, Precha" userId="516d5f0b-2540-43ea-84f1-31793b8d328c" providerId="ADAL" clId="{4E8DB006-739C-4785-BE2A-8795BA2F9980}" dt="2026-02-18T22:41:42.035" v="226" actId="47"/>
        <pc:sldMkLst>
          <pc:docMk/>
          <pc:sldMk cId="1898350671" sldId="450"/>
        </pc:sldMkLst>
      </pc:sldChg>
      <pc:sldChg chg="addSp delSp modSp add mod">
        <pc:chgData name="Thavikulwat, Precha" userId="516d5f0b-2540-43ea-84f1-31793b8d328c" providerId="ADAL" clId="{4E8DB006-739C-4785-BE2A-8795BA2F9980}" dt="2026-02-16T02:36:48.205" v="196" actId="1038"/>
        <pc:sldMkLst>
          <pc:docMk/>
          <pc:sldMk cId="1632949622" sldId="453"/>
        </pc:sldMkLst>
        <pc:spChg chg="mod">
          <ac:chgData name="Thavikulwat, Precha" userId="516d5f0b-2540-43ea-84f1-31793b8d328c" providerId="ADAL" clId="{4E8DB006-739C-4785-BE2A-8795BA2F9980}" dt="2026-02-16T02:36:39.852" v="190" actId="20577"/>
          <ac:spMkLst>
            <pc:docMk/>
            <pc:sldMk cId="1632949622" sldId="453"/>
            <ac:spMk id="2" creationId="{5252D9A2-EF01-F964-749D-B5CB9808C0E1}"/>
          </ac:spMkLst>
        </pc:spChg>
        <pc:picChg chg="add mod">
          <ac:chgData name="Thavikulwat, Precha" userId="516d5f0b-2540-43ea-84f1-31793b8d328c" providerId="ADAL" clId="{4E8DB006-739C-4785-BE2A-8795BA2F9980}" dt="2026-02-16T02:36:48.205" v="196" actId="1038"/>
          <ac:picMkLst>
            <pc:docMk/>
            <pc:sldMk cId="1632949622" sldId="453"/>
            <ac:picMk id="4" creationId="{26E6428D-35EC-9209-6CB5-28A2927ABBCF}"/>
          </ac:picMkLst>
        </pc:picChg>
      </pc:sldChg>
      <pc:sldChg chg="addSp delSp modSp add mod">
        <pc:chgData name="Thavikulwat, Precha" userId="516d5f0b-2540-43ea-84f1-31793b8d328c" providerId="ADAL" clId="{4E8DB006-739C-4785-BE2A-8795BA2F9980}" dt="2026-02-16T02:37:56.644" v="218" actId="20577"/>
        <pc:sldMkLst>
          <pc:docMk/>
          <pc:sldMk cId="3456150200" sldId="454"/>
        </pc:sldMkLst>
        <pc:spChg chg="mod">
          <ac:chgData name="Thavikulwat, Precha" userId="516d5f0b-2540-43ea-84f1-31793b8d328c" providerId="ADAL" clId="{4E8DB006-739C-4785-BE2A-8795BA2F9980}" dt="2026-02-16T02:37:56.644" v="218" actId="20577"/>
          <ac:spMkLst>
            <pc:docMk/>
            <pc:sldMk cId="3456150200" sldId="454"/>
            <ac:spMk id="2" creationId="{6E44F5CE-6298-C178-9ED3-D8689461555C}"/>
          </ac:spMkLst>
        </pc:spChg>
        <pc:picChg chg="add mod">
          <ac:chgData name="Thavikulwat, Precha" userId="516d5f0b-2540-43ea-84f1-31793b8d328c" providerId="ADAL" clId="{4E8DB006-739C-4785-BE2A-8795BA2F9980}" dt="2026-02-16T02:37:43.290" v="208" actId="1038"/>
          <ac:picMkLst>
            <pc:docMk/>
            <pc:sldMk cId="3456150200" sldId="454"/>
            <ac:picMk id="3" creationId="{3CA460AD-214C-4DC2-34B9-09F0230A4082}"/>
          </ac:picMkLst>
        </pc:picChg>
      </pc:sldChg>
      <pc:sldChg chg="addSp delSp modSp add mod">
        <pc:chgData name="Thavikulwat, Precha" userId="516d5f0b-2540-43ea-84f1-31793b8d328c" providerId="ADAL" clId="{4E8DB006-739C-4785-BE2A-8795BA2F9980}" dt="2026-02-18T22:44:13.742" v="259" actId="1037"/>
        <pc:sldMkLst>
          <pc:docMk/>
          <pc:sldMk cId="792895600" sldId="455"/>
        </pc:sldMkLst>
        <pc:spChg chg="mod">
          <ac:chgData name="Thavikulwat, Precha" userId="516d5f0b-2540-43ea-84f1-31793b8d328c" providerId="ADAL" clId="{4E8DB006-739C-4785-BE2A-8795BA2F9980}" dt="2026-02-18T22:42:02.687" v="248" actId="20577"/>
          <ac:spMkLst>
            <pc:docMk/>
            <pc:sldMk cId="792895600" sldId="455"/>
            <ac:spMk id="2" creationId="{4658CBBD-2DA9-90FC-4B4B-5055F86865E4}"/>
          </ac:spMkLst>
        </pc:spChg>
        <pc:picChg chg="del">
          <ac:chgData name="Thavikulwat, Precha" userId="516d5f0b-2540-43ea-84f1-31793b8d328c" providerId="ADAL" clId="{4E8DB006-739C-4785-BE2A-8795BA2F9980}" dt="2026-02-18T22:42:14.451" v="249" actId="478"/>
          <ac:picMkLst>
            <pc:docMk/>
            <pc:sldMk cId="792895600" sldId="455"/>
            <ac:picMk id="3" creationId="{7802EC26-115B-7E82-7D6C-1BAC746E1A4D}"/>
          </ac:picMkLst>
        </pc:picChg>
        <pc:picChg chg="add mod">
          <ac:chgData name="Thavikulwat, Precha" userId="516d5f0b-2540-43ea-84f1-31793b8d328c" providerId="ADAL" clId="{4E8DB006-739C-4785-BE2A-8795BA2F9980}" dt="2026-02-18T22:44:13.742" v="259" actId="1037"/>
          <ac:picMkLst>
            <pc:docMk/>
            <pc:sldMk cId="792895600" sldId="455"/>
            <ac:picMk id="4" creationId="{36824095-5F48-D33B-5FF4-0589F0595390}"/>
          </ac:picMkLst>
        </pc:picChg>
      </pc:sldChg>
      <pc:sldChg chg="addSp delSp modSp add mod">
        <pc:chgData name="Thavikulwat, Precha" userId="516d5f0b-2540-43ea-84f1-31793b8d328c" providerId="ADAL" clId="{4E8DB006-739C-4785-BE2A-8795BA2F9980}" dt="2026-02-18T22:50:54.547" v="309" actId="1035"/>
        <pc:sldMkLst>
          <pc:docMk/>
          <pc:sldMk cId="1752036004" sldId="456"/>
        </pc:sldMkLst>
        <pc:spChg chg="mod">
          <ac:chgData name="Thavikulwat, Precha" userId="516d5f0b-2540-43ea-84f1-31793b8d328c" providerId="ADAL" clId="{4E8DB006-739C-4785-BE2A-8795BA2F9980}" dt="2026-02-18T22:49:40.389" v="279" actId="20577"/>
          <ac:spMkLst>
            <pc:docMk/>
            <pc:sldMk cId="1752036004" sldId="456"/>
            <ac:spMk id="2" creationId="{8205996D-BF65-024B-FA03-298A9E72FE2C}"/>
          </ac:spMkLst>
        </pc:spChg>
        <pc:picChg chg="add mod">
          <ac:chgData name="Thavikulwat, Precha" userId="516d5f0b-2540-43ea-84f1-31793b8d328c" providerId="ADAL" clId="{4E8DB006-739C-4785-BE2A-8795BA2F9980}" dt="2026-02-18T22:50:54.547" v="309" actId="1035"/>
          <ac:picMkLst>
            <pc:docMk/>
            <pc:sldMk cId="1752036004" sldId="456"/>
            <ac:picMk id="3" creationId="{D8D01085-57F1-08E3-C254-DFD96BADBC92}"/>
          </ac:picMkLst>
        </pc:picChg>
        <pc:picChg chg="del">
          <ac:chgData name="Thavikulwat, Precha" userId="516d5f0b-2540-43ea-84f1-31793b8d328c" providerId="ADAL" clId="{4E8DB006-739C-4785-BE2A-8795BA2F9980}" dt="2026-02-18T22:49:51.556" v="280" actId="478"/>
          <ac:picMkLst>
            <pc:docMk/>
            <pc:sldMk cId="1752036004" sldId="456"/>
            <ac:picMk id="4" creationId="{96CD9975-754E-343F-1623-CD9EDEBAB251}"/>
          </ac:picMkLst>
        </pc:picChg>
      </pc:sldChg>
      <pc:sldChg chg="addSp delSp modSp add mod">
        <pc:chgData name="Thavikulwat, Precha" userId="516d5f0b-2540-43ea-84f1-31793b8d328c" providerId="ADAL" clId="{4E8DB006-739C-4785-BE2A-8795BA2F9980}" dt="2026-02-18T22:52:12.611" v="346" actId="1038"/>
        <pc:sldMkLst>
          <pc:docMk/>
          <pc:sldMk cId="1420116292" sldId="457"/>
        </pc:sldMkLst>
        <pc:spChg chg="mod">
          <ac:chgData name="Thavikulwat, Precha" userId="516d5f0b-2540-43ea-84f1-31793b8d328c" providerId="ADAL" clId="{4E8DB006-739C-4785-BE2A-8795BA2F9980}" dt="2026-02-18T22:51:42.162" v="330" actId="20577"/>
          <ac:spMkLst>
            <pc:docMk/>
            <pc:sldMk cId="1420116292" sldId="457"/>
            <ac:spMk id="2" creationId="{73E7A2F4-8363-3463-D89F-7A9F153FED14}"/>
          </ac:spMkLst>
        </pc:spChg>
        <pc:picChg chg="del">
          <ac:chgData name="Thavikulwat, Precha" userId="516d5f0b-2540-43ea-84f1-31793b8d328c" providerId="ADAL" clId="{4E8DB006-739C-4785-BE2A-8795BA2F9980}" dt="2026-02-18T22:51:55.059" v="331" actId="478"/>
          <ac:picMkLst>
            <pc:docMk/>
            <pc:sldMk cId="1420116292" sldId="457"/>
            <ac:picMk id="3" creationId="{1C106B18-489D-DF3C-F5BC-1F22F0D1CBD6}"/>
          </ac:picMkLst>
        </pc:picChg>
        <pc:picChg chg="add mod">
          <ac:chgData name="Thavikulwat, Precha" userId="516d5f0b-2540-43ea-84f1-31793b8d328c" providerId="ADAL" clId="{4E8DB006-739C-4785-BE2A-8795BA2F9980}" dt="2026-02-18T22:52:12.611" v="346" actId="1038"/>
          <ac:picMkLst>
            <pc:docMk/>
            <pc:sldMk cId="1420116292" sldId="457"/>
            <ac:picMk id="4" creationId="{3B0CB0B4-C52D-7C75-A420-B1AA1DC3BF8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0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/>
            </a:lvl1pPr>
          </a:lstStyle>
          <a:p>
            <a:fld id="{F23409EF-240C-426E-BBFF-317419FA4574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0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/>
            </a:lvl1pPr>
          </a:lstStyle>
          <a:p>
            <a:fld id="{74C3977C-BB34-4F21-9394-E8154028C3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90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40" y="3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/>
          <a:lstStyle>
            <a:lvl1pPr algn="r">
              <a:defRPr sz="1200"/>
            </a:lvl1pPr>
          </a:lstStyle>
          <a:p>
            <a:fld id="{ABEB8A78-D791-4149-8AE8-DC4F49D85E71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31" tIns="46516" rIns="93031" bIns="465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4"/>
            <a:ext cx="5608320" cy="4183380"/>
          </a:xfrm>
          <a:prstGeom prst="rect">
            <a:avLst/>
          </a:prstGeom>
        </p:spPr>
        <p:txBody>
          <a:bodyPr vert="horz" lIns="93031" tIns="46516" rIns="93031" bIns="4651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29971"/>
            <a:ext cx="3037840" cy="464820"/>
          </a:xfrm>
          <a:prstGeom prst="rect">
            <a:avLst/>
          </a:prstGeom>
        </p:spPr>
        <p:txBody>
          <a:bodyPr vert="horz" lIns="93031" tIns="46516" rIns="93031" bIns="46516" rtlCol="0" anchor="b"/>
          <a:lstStyle>
            <a:lvl1pPr algn="r">
              <a:defRPr sz="1200"/>
            </a:lvl1pPr>
          </a:lstStyle>
          <a:p>
            <a:fld id="{7AE4E800-198E-47BD-8BDC-A85D22E0F0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5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96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891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D2A12-65F0-502A-EEB3-A1F8BCA6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07E580-547A-2968-28D7-C15E470F9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8553D-8EB6-A3BE-0564-3F80EBD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5DA79-D251-0842-48EB-910BADE3C2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E4E800-198E-47BD-8BDC-A85D22E0F01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9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60017051-2C1D-4F2B-8DBF-F8FC30E40EF4}" type="datetime1">
              <a:rPr lang="en-US" smtClean="0"/>
              <a:t>2/18/2026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r>
              <a:rPr kumimoji="0" lang="en-US">
                <a:solidFill>
                  <a:schemeClr val="tx2"/>
                </a:solidFill>
              </a:rPr>
              <a:t>© 2024 by Precha Thavikulwat</a:t>
            </a:r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1874-7349-481B-9D8C-6C31FAC4694A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6FB7-A887-47B6-9841-9F894FEB4766}" type="datetime1">
              <a:rPr lang="en-US" smtClean="0"/>
              <a:t>2/18/2026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B76EC56-46F2-4F70-BA9B-CF906144C9E4}" type="datetime1">
              <a:rPr lang="en-US" smtClean="0"/>
              <a:t>2/18/2026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n-US"/>
              <a:t>© 2024 by Precha Thavikulwat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59A48359-BDEE-4D17-9F3C-ADAA87CB8235}" type="datetime1">
              <a:rPr lang="en-US" smtClean="0"/>
              <a:t>2/18/2026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13BE2-4A8B-4574-B7FD-24A1F7A89D5D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2024 by Precha Thavikulwat</a:t>
            </a:r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6EAFB-1F59-4342-A6FF-B49E33D2CCEE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98452-7C31-4B0E-BBE9-C4F8946D2E89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31C5073-F645-4199-92DD-CD00215D16C1}" type="datetime1">
              <a:rPr lang="en-US" smtClean="0"/>
              <a:t>2/18/2026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kumimoji="0" lang="en-US"/>
              <a:t>© 2024 by Precha Thavikulwat</a:t>
            </a:r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BF521-D367-432C-80A8-2B2262187CCF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© 2024 by Precha Thavikulwat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159B24E-D6A8-4345-92FA-E006909F4950}" type="datetime1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kumimoji="0" lang="en-US"/>
              <a:t>© 2024 by Precha Thavikulwat</a:t>
            </a:r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7D5035C-B3D6-4A0F-952D-87DCED8A3E1E}" type="datetime1">
              <a:rPr lang="en-US" smtClean="0"/>
              <a:t>2/18/2026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r>
              <a:rPr kumimoji="0" lang="en-US" sz="1400">
                <a:solidFill>
                  <a:schemeClr val="tx2"/>
                </a:solidFill>
              </a:rPr>
              <a:t>© 2024 by Precha Thavikulwat</a:t>
            </a:r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thavikulwat@towson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s.microsoft.com/detail/9NK50R9QSMF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geobusinessgame.com/groupapp/community/publish.htm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851648" cy="1295400"/>
          </a:xfrm>
        </p:spPr>
        <p:txBody>
          <a:bodyPr>
            <a:normAutofit fontScale="90000"/>
          </a:bodyPr>
          <a:lstStyle/>
          <a:p>
            <a:r>
              <a:rPr lang="en-US" sz="3600" cap="none" dirty="0"/>
              <a:t>The ABSEL Conference Program Game</a:t>
            </a:r>
            <a:br>
              <a:rPr lang="en-US" sz="3600" cap="none" dirty="0"/>
            </a:br>
            <a:r>
              <a:rPr lang="en-US" sz="2800" cap="none" dirty="0"/>
              <a:t>A Frame Game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2743200"/>
            <a:ext cx="7854696" cy="27432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dirty="0"/>
              <a:t>Precha Thavikulwat, Towson University, Maryland</a:t>
            </a:r>
            <a:br>
              <a:rPr lang="en-US" sz="2400" dirty="0"/>
            </a:br>
            <a:r>
              <a:rPr lang="en-US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pthavikulwat@towson.edu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643"/>
    </mc:Choice>
    <mc:Fallback xmlns="">
      <p:transition spd="slow" advTm="566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Frame Game</a:t>
            </a:r>
          </a:p>
          <a:p>
            <a:r>
              <a:rPr lang="en-US" dirty="0">
                <a:sym typeface="Wingdings" panose="05000000000000000000" pitchFamily="2" charset="2"/>
              </a:rPr>
              <a:t>Close-Ended Item</a:t>
            </a:r>
          </a:p>
          <a:p>
            <a:r>
              <a:rPr lang="en-US" dirty="0">
                <a:sym typeface="Wingdings" panose="05000000000000000000" pitchFamily="2" charset="2"/>
              </a:rPr>
              <a:t>Problem and Solution</a:t>
            </a:r>
          </a:p>
          <a:p>
            <a:r>
              <a:rPr lang="en-US" dirty="0">
                <a:sym typeface="Wingdings" panose="05000000000000000000" pitchFamily="2" charset="2"/>
              </a:rPr>
              <a:t>Magnifying Power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Instant Feedback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Weighted Distractors</a:t>
            </a:r>
          </a:p>
          <a:p>
            <a:r>
              <a:rPr lang="en-US" dirty="0">
                <a:sym typeface="Wingdings" panose="05000000000000000000" pitchFamily="2" charset="2"/>
              </a:rPr>
              <a:t>Pacing</a:t>
            </a:r>
          </a:p>
          <a:p>
            <a:r>
              <a:rPr lang="en-US" dirty="0">
                <a:sym typeface="Wingdings" panose="05000000000000000000" pitchFamily="2" charset="2"/>
              </a:rPr>
              <a:t>Dynamic Scoreboard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9322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8"/>
    </mc:Choice>
    <mc:Fallback xmlns="">
      <p:transition spd="slow" advTm="3517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6441-E671-5156-1E87-5BBB102A8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71BF-271C-32B6-E671-1DD24BBCA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6200"/>
            <a:ext cx="8153400" cy="990600"/>
          </a:xfrm>
        </p:spPr>
        <p:txBody>
          <a:bodyPr>
            <a:noAutofit/>
          </a:bodyPr>
          <a:lstStyle/>
          <a:p>
            <a:r>
              <a:rPr lang="en-US" sz="3600" dirty="0" err="1">
                <a:sym typeface="Wingdings" panose="05000000000000000000" pitchFamily="2" charset="2"/>
              </a:rPr>
              <a:t>GroupMaker</a:t>
            </a:r>
            <a:r>
              <a:rPr lang="en-US" sz="3600" dirty="0">
                <a:sym typeface="Wingdings" panose="05000000000000000000" pitchFamily="2" charset="2"/>
              </a:rPr>
              <a:t> Community</a:t>
            </a:r>
            <a:endParaRPr lang="en-US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F11A86-615A-E81C-C246-DE8D43BF6A4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28600" y="1600200"/>
            <a:ext cx="8686800" cy="4495800"/>
          </a:xfrm>
        </p:spPr>
        <p:txBody>
          <a:bodyPr>
            <a:normAutofit/>
          </a:bodyPr>
          <a:lstStyle/>
          <a:p>
            <a:r>
              <a:rPr lang="en-US" sz="2400" dirty="0"/>
              <a:t>From the Microsoft Store </a:t>
            </a:r>
            <a:r>
              <a:rPr lang="en-US" sz="24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https://apps.microsoft.com/detail/9NK50R9QSMFR</a:t>
            </a:r>
            <a:endParaRPr lang="en-US" sz="2400" u="sng" dirty="0"/>
          </a:p>
          <a:p>
            <a:r>
              <a:rPr lang="en-US" sz="2400" dirty="0"/>
              <a:t>More Available </a:t>
            </a:r>
            <a:r>
              <a:rPr lang="en-US" sz="2400" u="sng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http://geobusinessgame.com/groupapp/community/publish.htm</a:t>
            </a:r>
            <a:endParaRPr lang="en-US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4222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178"/>
    </mc:Choice>
    <mc:Fallback xmlns="">
      <p:transition spd="slow" advTm="3517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F996-00C7-6F46-4AB3-9BAC57C43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Login Panel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5147E-0FEC-0704-4EE0-0F1F59AA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727200"/>
            <a:ext cx="3138435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963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2C7FC-FEBD-B40A-4FA5-AA936794D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D9A2-EF01-F964-749D-B5CB9808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Register Panel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E6428D-35EC-9209-6CB5-28A2927AB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20" y="1645920"/>
            <a:ext cx="3466080" cy="505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4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0EE27-8B7F-326A-771E-76149DA4B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F5CE-6298-C178-9ED3-D86894615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Main Frame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460AD-214C-4DC2-34B9-09F0230A4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83" y="1744662"/>
            <a:ext cx="7911317" cy="49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5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9965F-B52D-0E7A-FC2F-F3380938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CBBD-2DA9-90FC-4B4B-5055F868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Message Panel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824095-5F48-D33B-5FF4-0589F0595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1766570"/>
            <a:ext cx="3123175" cy="501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95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65C30-2F99-BA60-C9C1-7223FC08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5996D-BF65-024B-FA03-298A9E72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Scoreboard Panel</a:t>
            </a:r>
            <a:endParaRPr lang="en-US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D01085-57F1-08E3-C254-DFD96BADB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905000"/>
            <a:ext cx="6783114" cy="469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036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F099-C7B0-0C31-2206-A88E62560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7A2F4-8363-3463-D89F-7A9F153F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8153400" cy="990600"/>
          </a:xfrm>
        </p:spPr>
        <p:txBody>
          <a:bodyPr>
            <a:normAutofit/>
          </a:bodyPr>
          <a:lstStyle/>
          <a:p>
            <a:r>
              <a:rPr lang="en-US" dirty="0"/>
              <a:t>Government Panel</a:t>
            </a:r>
            <a:endParaRPr lang="en-US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0CB0B4-C52D-7C75-A420-B1AA1DC3B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961" y="1676400"/>
            <a:ext cx="485003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11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2080-E7C9-9387-977F-2E231300D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7E9C-4883-08EB-D7E0-5D7552EACE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Magnifying Power = 10x</a:t>
            </a:r>
          </a:p>
          <a:p>
            <a:pPr lvl="1"/>
            <a:r>
              <a:rPr lang="en-US" dirty="0"/>
              <a:t>10 fill-in-the-blank items</a:t>
            </a:r>
          </a:p>
          <a:p>
            <a:pPr lvl="1"/>
            <a:r>
              <a:rPr lang="en-US" dirty="0"/>
              <a:t>20 true-or-false items</a:t>
            </a:r>
          </a:p>
          <a:p>
            <a:pPr lvl="1"/>
            <a:r>
              <a:rPr lang="en-US"/>
              <a:t>Multiple-choice item of </a:t>
            </a:r>
            <a:r>
              <a:rPr lang="en-US" dirty="0"/>
              <a:t>one key and three distractors</a:t>
            </a:r>
          </a:p>
          <a:p>
            <a:pPr lvl="2"/>
            <a:r>
              <a:rPr lang="en-US" dirty="0"/>
              <a:t>15.6 conventionally administered</a:t>
            </a:r>
          </a:p>
          <a:p>
            <a:pPr lvl="2"/>
            <a:r>
              <a:rPr lang="en-US" dirty="0"/>
              <a:t>5.8 with instant feedback</a:t>
            </a:r>
          </a:p>
          <a:p>
            <a:pPr lvl="2"/>
            <a:r>
              <a:rPr lang="en-US" dirty="0"/>
              <a:t>4.8 with weighted distractors</a:t>
            </a:r>
          </a:p>
          <a:p>
            <a:pPr lvl="2"/>
            <a:r>
              <a:rPr lang="en-US" dirty="0"/>
              <a:t>2.6 with instant feedback and weighted distractors</a:t>
            </a:r>
          </a:p>
        </p:txBody>
      </p:sp>
    </p:spTree>
    <p:extLst>
      <p:ext uri="{BB962C8B-B14F-4D97-AF65-F5344CB8AC3E}">
        <p14:creationId xmlns:p14="http://schemas.microsoft.com/office/powerpoint/2010/main" val="115091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773D-EB3E-B15C-77C3-14A05D0F5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0F9CC-1EE2-A2CD-5FDA-0EBAD111500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How is game play affected by a dynamic scoreboard, player-directed or not?</a:t>
            </a:r>
          </a:p>
          <a:p>
            <a:r>
              <a:rPr lang="en-US" dirty="0"/>
              <a:t>To what extent does a player-directed dynamic score motivate slower players to speed up and faster players to slow down?</a:t>
            </a:r>
          </a:p>
          <a:p>
            <a:r>
              <a:rPr lang="en-US" dirty="0"/>
              <a:t>How does magnifying power relate to the reliability and validity of the test?</a:t>
            </a:r>
          </a:p>
        </p:txBody>
      </p:sp>
    </p:spTree>
    <p:extLst>
      <p:ext uri="{BB962C8B-B14F-4D97-AF65-F5344CB8AC3E}">
        <p14:creationId xmlns:p14="http://schemas.microsoft.com/office/powerpoint/2010/main" val="12674802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4551BF69F2CD4B97F7E9AACCEA3071" ma:contentTypeVersion="14" ma:contentTypeDescription="Create a new document." ma:contentTypeScope="" ma:versionID="a7bc55e1da5c6d6f8382b88928b1c948">
  <xsd:schema xmlns:xsd="http://www.w3.org/2001/XMLSchema" xmlns:xs="http://www.w3.org/2001/XMLSchema" xmlns:p="http://schemas.microsoft.com/office/2006/metadata/properties" xmlns:ns1="http://schemas.microsoft.com/sharepoint/v3" xmlns:ns3="a90dac09-113b-4bec-bc2f-c71fab4c37fc" xmlns:ns4="885ab3ec-057f-4ee0-a37d-716e2ec8f9cb" targetNamespace="http://schemas.microsoft.com/office/2006/metadata/properties" ma:root="true" ma:fieldsID="9cada0361514f20b44c26608413e7978" ns1:_="" ns3:_="" ns4:_="">
    <xsd:import namespace="http://schemas.microsoft.com/sharepoint/v3"/>
    <xsd:import namespace="a90dac09-113b-4bec-bc2f-c71fab4c37fc"/>
    <xsd:import namespace="885ab3ec-057f-4ee0-a37d-716e2ec8f9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1:_ip_UnifiedCompliancePolicyProperties" minOccurs="0"/>
                <xsd:element ref="ns1:_ip_UnifiedCompliancePolicyUIAc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0dac09-113b-4bec-bc2f-c71fab4c37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ab3ec-057f-4ee0-a37d-716e2ec8f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54385F54-494F-4509-99B0-EEF89261AA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B79243E-EF51-4CF5-86E3-275801BBCA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0dac09-113b-4bec-bc2f-c71fab4c37fc"/>
    <ds:schemaRef ds:uri="885ab3ec-057f-4ee0-a37d-716e2ec8f9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D57A0DA-17B4-4C68-BA93-98B440133AF4}">
  <ds:schemaRefs>
    <ds:schemaRef ds:uri="a90dac09-113b-4bec-bc2f-c71fab4c37fc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885ab3ec-057f-4ee0-a37d-716e2ec8f9cb"/>
    <ds:schemaRef ds:uri="http://www.w3.org/XML/1998/namespace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17498</TotalTime>
  <Words>174</Words>
  <Application>Microsoft Office PowerPoint</Application>
  <PresentationFormat>On-screen Show (4:3)</PresentationFormat>
  <Paragraphs>36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Wingdings 2</vt:lpstr>
      <vt:lpstr>Median</vt:lpstr>
      <vt:lpstr>The ABSEL Conference Program Game A Frame Game</vt:lpstr>
      <vt:lpstr>Content</vt:lpstr>
      <vt:lpstr>GroupMaker Community</vt:lpstr>
      <vt:lpstr>Login Panel</vt:lpstr>
      <vt:lpstr>Register Panel</vt:lpstr>
      <vt:lpstr>Main Frame</vt:lpstr>
      <vt:lpstr>Message Panel</vt:lpstr>
      <vt:lpstr>Scoreboard Panel</vt:lpstr>
      <vt:lpstr>Government Panel</vt:lpstr>
      <vt:lpstr>Conclusion</vt:lpstr>
      <vt:lpstr>Future Research</vt:lpstr>
    </vt:vector>
  </TitlesOfParts>
  <Company>Towson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Mitigating the winner’s curse in the auction market of a computer-assisted business gaming simulation</dc:title>
  <dc:creator>precha</dc:creator>
  <cp:lastModifiedBy>Precha Thavikulwat</cp:lastModifiedBy>
  <cp:revision>320</cp:revision>
  <cp:lastPrinted>2023-03-20T19:32:05Z</cp:lastPrinted>
  <dcterms:created xsi:type="dcterms:W3CDTF">2009-03-16T19:38:09Z</dcterms:created>
  <dcterms:modified xsi:type="dcterms:W3CDTF">2026-02-18T22:53:36Z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0x010100664551BF69F2CD4B97F7E9AACCEA3071</vt:lpwstr>
  </property>
</Properties>
</file>