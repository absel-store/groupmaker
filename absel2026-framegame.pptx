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4"/>
  </p:sldMasterIdLst>
  <p:notesMasterIdLst>
    <p:notesMasterId r:id="rId26"/>
  </p:notesMasterIdLst>
  <p:handoutMasterIdLst>
    <p:handoutMasterId r:id="rId27"/>
  </p:handoutMasterIdLst>
  <p:sldIdLst>
    <p:sldId id="256" r:id="rId5"/>
    <p:sldId id="355" r:id="rId6"/>
    <p:sldId id="420" r:id="rId7"/>
    <p:sldId id="421" r:id="rId8"/>
    <p:sldId id="422" r:id="rId9"/>
    <p:sldId id="439" r:id="rId10"/>
    <p:sldId id="440" r:id="rId11"/>
    <p:sldId id="441" r:id="rId12"/>
    <p:sldId id="442" r:id="rId13"/>
    <p:sldId id="443" r:id="rId14"/>
    <p:sldId id="423" r:id="rId15"/>
    <p:sldId id="444" r:id="rId16"/>
    <p:sldId id="445" r:id="rId17"/>
    <p:sldId id="446" r:id="rId18"/>
    <p:sldId id="447" r:id="rId19"/>
    <p:sldId id="424" r:id="rId20"/>
    <p:sldId id="448" r:id="rId21"/>
    <p:sldId id="449" r:id="rId22"/>
    <p:sldId id="450" r:id="rId23"/>
    <p:sldId id="451" r:id="rId24"/>
    <p:sldId id="452" r:id="rId2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76693" autoAdjust="0"/>
  </p:normalViewPr>
  <p:slideViewPr>
    <p:cSldViewPr>
      <p:cViewPr varScale="1">
        <p:scale>
          <a:sx n="84" d="100"/>
          <a:sy n="84" d="100"/>
        </p:scale>
        <p:origin x="7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vikulwat, Precha" userId="516d5f0b-2540-43ea-84f1-31793b8d328c" providerId="ADAL" clId="{4E8DB006-739C-4785-BE2A-8795BA2F9980}"/>
    <pc:docChg chg="undo redo custSel addSld delSld modSld sldOrd">
      <pc:chgData name="Thavikulwat, Precha" userId="516d5f0b-2540-43ea-84f1-31793b8d328c" providerId="ADAL" clId="{4E8DB006-739C-4785-BE2A-8795BA2F9980}" dt="2026-01-27T16:37:46.444" v="4801" actId="20577"/>
      <pc:docMkLst>
        <pc:docMk/>
      </pc:docMkLst>
      <pc:sldChg chg="modSp mod">
        <pc:chgData name="Thavikulwat, Precha" userId="516d5f0b-2540-43ea-84f1-31793b8d328c" providerId="ADAL" clId="{4E8DB006-739C-4785-BE2A-8795BA2F9980}" dt="2026-01-24T22:28:56.788" v="3" actId="6549"/>
        <pc:sldMkLst>
          <pc:docMk/>
          <pc:sldMk cId="0" sldId="256"/>
        </pc:sldMkLst>
        <pc:spChg chg="mod">
          <ac:chgData name="Thavikulwat, Precha" userId="516d5f0b-2540-43ea-84f1-31793b8d328c" providerId="ADAL" clId="{4E8DB006-739C-4785-BE2A-8795BA2F9980}" dt="2026-01-24T22:28:41.331" v="2"/>
          <ac:spMkLst>
            <pc:docMk/>
            <pc:sldMk cId="0" sldId="256"/>
            <ac:spMk id="2" creationId="{00000000-0000-0000-0000-000000000000}"/>
          </ac:spMkLst>
        </pc:spChg>
        <pc:spChg chg="mod">
          <ac:chgData name="Thavikulwat, Precha" userId="516d5f0b-2540-43ea-84f1-31793b8d328c" providerId="ADAL" clId="{4E8DB006-739C-4785-BE2A-8795BA2F9980}" dt="2026-01-24T22:28:56.788" v="3" actId="6549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Thavikulwat, Precha" userId="516d5f0b-2540-43ea-84f1-31793b8d328c" providerId="ADAL" clId="{4E8DB006-739C-4785-BE2A-8795BA2F9980}" dt="2026-01-26T20:48:15.231" v="3364" actId="14"/>
        <pc:sldMkLst>
          <pc:docMk/>
          <pc:sldMk cId="793229507" sldId="355"/>
        </pc:sldMkLst>
        <pc:spChg chg="mod">
          <ac:chgData name="Thavikulwat, Precha" userId="516d5f0b-2540-43ea-84f1-31793b8d328c" providerId="ADAL" clId="{4E8DB006-739C-4785-BE2A-8795BA2F9980}" dt="2026-01-26T20:48:15.231" v="3364" actId="14"/>
          <ac:spMkLst>
            <pc:docMk/>
            <pc:sldMk cId="793229507" sldId="355"/>
            <ac:spMk id="5" creationId="{00000000-0000-0000-0000-000000000000}"/>
          </ac:spMkLst>
        </pc:spChg>
      </pc:sldChg>
      <pc:sldChg chg="modSp mod">
        <pc:chgData name="Thavikulwat, Precha" userId="516d5f0b-2540-43ea-84f1-31793b8d328c" providerId="ADAL" clId="{4E8DB006-739C-4785-BE2A-8795BA2F9980}" dt="2026-01-24T22:38:03.743" v="270" actId="20577"/>
        <pc:sldMkLst>
          <pc:docMk/>
          <pc:sldMk cId="4042223544" sldId="420"/>
        </pc:sldMkLst>
        <pc:spChg chg="mod">
          <ac:chgData name="Thavikulwat, Precha" userId="516d5f0b-2540-43ea-84f1-31793b8d328c" providerId="ADAL" clId="{4E8DB006-739C-4785-BE2A-8795BA2F9980}" dt="2026-01-24T22:33:37.670" v="143" actId="20577"/>
          <ac:spMkLst>
            <pc:docMk/>
            <pc:sldMk cId="4042223544" sldId="420"/>
            <ac:spMk id="2" creationId="{738771BF-271C-32B6-E671-1DD24BBCA05C}"/>
          </ac:spMkLst>
        </pc:spChg>
        <pc:spChg chg="mod">
          <ac:chgData name="Thavikulwat, Precha" userId="516d5f0b-2540-43ea-84f1-31793b8d328c" providerId="ADAL" clId="{4E8DB006-739C-4785-BE2A-8795BA2F9980}" dt="2026-01-24T22:38:03.743" v="270" actId="20577"/>
          <ac:spMkLst>
            <pc:docMk/>
            <pc:sldMk cId="4042223544" sldId="420"/>
            <ac:spMk id="5" creationId="{7CF11A86-615A-E81C-C246-DE8D43BF6A43}"/>
          </ac:spMkLst>
        </pc:spChg>
      </pc:sldChg>
      <pc:sldChg chg="modSp mod">
        <pc:chgData name="Thavikulwat, Precha" userId="516d5f0b-2540-43ea-84f1-31793b8d328c" providerId="ADAL" clId="{4E8DB006-739C-4785-BE2A-8795BA2F9980}" dt="2026-01-24T22:49:28.215" v="721" actId="20577"/>
        <pc:sldMkLst>
          <pc:docMk/>
          <pc:sldMk cId="2291678872" sldId="421"/>
        </pc:sldMkLst>
        <pc:spChg chg="mod">
          <ac:chgData name="Thavikulwat, Precha" userId="516d5f0b-2540-43ea-84f1-31793b8d328c" providerId="ADAL" clId="{4E8DB006-739C-4785-BE2A-8795BA2F9980}" dt="2026-01-24T22:39:31.507" v="288" actId="20577"/>
          <ac:spMkLst>
            <pc:docMk/>
            <pc:sldMk cId="2291678872" sldId="421"/>
            <ac:spMk id="2" creationId="{CA560365-4F4E-8F31-B93F-14C3DD4C2E99}"/>
          </ac:spMkLst>
        </pc:spChg>
        <pc:spChg chg="mod">
          <ac:chgData name="Thavikulwat, Precha" userId="516d5f0b-2540-43ea-84f1-31793b8d328c" providerId="ADAL" clId="{4E8DB006-739C-4785-BE2A-8795BA2F9980}" dt="2026-01-24T22:49:28.215" v="721" actId="20577"/>
          <ac:spMkLst>
            <pc:docMk/>
            <pc:sldMk cId="2291678872" sldId="421"/>
            <ac:spMk id="3" creationId="{7E075EC7-DB88-6D00-768D-FAA84B83A70E}"/>
          </ac:spMkLst>
        </pc:spChg>
      </pc:sldChg>
      <pc:sldChg chg="modSp mod">
        <pc:chgData name="Thavikulwat, Precha" userId="516d5f0b-2540-43ea-84f1-31793b8d328c" providerId="ADAL" clId="{4E8DB006-739C-4785-BE2A-8795BA2F9980}" dt="2026-01-26T14:59:54.077" v="2523" actId="20577"/>
        <pc:sldMkLst>
          <pc:docMk/>
          <pc:sldMk cId="1239946689" sldId="422"/>
        </pc:sldMkLst>
        <pc:spChg chg="mod">
          <ac:chgData name="Thavikulwat, Precha" userId="516d5f0b-2540-43ea-84f1-31793b8d328c" providerId="ADAL" clId="{4E8DB006-739C-4785-BE2A-8795BA2F9980}" dt="2026-01-25T19:34:18.149" v="1457" actId="20577"/>
          <ac:spMkLst>
            <pc:docMk/>
            <pc:sldMk cId="1239946689" sldId="422"/>
            <ac:spMk id="2" creationId="{5E67DADC-60A6-688D-2F9B-B59E0BF87D4E}"/>
          </ac:spMkLst>
        </pc:spChg>
        <pc:spChg chg="mod">
          <ac:chgData name="Thavikulwat, Precha" userId="516d5f0b-2540-43ea-84f1-31793b8d328c" providerId="ADAL" clId="{4E8DB006-739C-4785-BE2A-8795BA2F9980}" dt="2026-01-26T14:59:54.077" v="2523" actId="20577"/>
          <ac:spMkLst>
            <pc:docMk/>
            <pc:sldMk cId="1239946689" sldId="422"/>
            <ac:spMk id="3" creationId="{A1ABC8E1-97A6-4D63-3132-CF7492545015}"/>
          </ac:spMkLst>
        </pc:spChg>
      </pc:sldChg>
      <pc:sldChg chg="addSp delSp modSp mod">
        <pc:chgData name="Thavikulwat, Precha" userId="516d5f0b-2540-43ea-84f1-31793b8d328c" providerId="ADAL" clId="{4E8DB006-739C-4785-BE2A-8795BA2F9980}" dt="2026-01-26T19:56:10.244" v="3263" actId="20577"/>
        <pc:sldMkLst>
          <pc:docMk/>
          <pc:sldMk cId="2681963531" sldId="423"/>
        </pc:sldMkLst>
        <pc:spChg chg="mod">
          <ac:chgData name="Thavikulwat, Precha" userId="516d5f0b-2540-43ea-84f1-31793b8d328c" providerId="ADAL" clId="{4E8DB006-739C-4785-BE2A-8795BA2F9980}" dt="2026-01-26T19:56:10.244" v="3263" actId="20577"/>
          <ac:spMkLst>
            <pc:docMk/>
            <pc:sldMk cId="2681963531" sldId="423"/>
            <ac:spMk id="2" creationId="{8067F996-00C7-6F46-4AB3-9BAC57C43A29}"/>
          </ac:spMkLst>
        </pc:spChg>
        <pc:graphicFrameChg chg="add del mod modGraphic">
          <ac:chgData name="Thavikulwat, Precha" userId="516d5f0b-2540-43ea-84f1-31793b8d328c" providerId="ADAL" clId="{4E8DB006-739C-4785-BE2A-8795BA2F9980}" dt="2026-01-26T15:19:14.239" v="2629" actId="478"/>
          <ac:graphicFrameMkLst>
            <pc:docMk/>
            <pc:sldMk cId="2681963531" sldId="423"/>
            <ac:graphicFrameMk id="3" creationId="{D752EF89-E666-724A-9CA7-EBE146F8D4F0}"/>
          </ac:graphicFrameMkLst>
        </pc:graphicFrameChg>
        <pc:graphicFrameChg chg="del modGraphic">
          <ac:chgData name="Thavikulwat, Precha" userId="516d5f0b-2540-43ea-84f1-31793b8d328c" providerId="ADAL" clId="{4E8DB006-739C-4785-BE2A-8795BA2F9980}" dt="2026-01-26T15:11:28.146" v="2624" actId="478"/>
          <ac:graphicFrameMkLst>
            <pc:docMk/>
            <pc:sldMk cId="2681963531" sldId="423"/>
            <ac:graphicFrameMk id="4" creationId="{1EB58E8D-E30F-1B22-D16E-F94492F2FBA2}"/>
          </ac:graphicFrameMkLst>
        </pc:graphicFrameChg>
        <pc:graphicFrameChg chg="add mod modGraphic">
          <ac:chgData name="Thavikulwat, Precha" userId="516d5f0b-2540-43ea-84f1-31793b8d328c" providerId="ADAL" clId="{4E8DB006-739C-4785-BE2A-8795BA2F9980}" dt="2026-01-26T15:29:31.844" v="2682" actId="113"/>
          <ac:graphicFrameMkLst>
            <pc:docMk/>
            <pc:sldMk cId="2681963531" sldId="423"/>
            <ac:graphicFrameMk id="5" creationId="{DF375CA2-B8CA-A920-2922-51915012761C}"/>
          </ac:graphicFrameMkLst>
        </pc:graphicFrameChg>
      </pc:sldChg>
      <pc:sldChg chg="addSp delSp modSp mod modNotesTx">
        <pc:chgData name="Thavikulwat, Precha" userId="516d5f0b-2540-43ea-84f1-31793b8d328c" providerId="ADAL" clId="{4E8DB006-739C-4785-BE2A-8795BA2F9980}" dt="2026-01-26T20:44:38.343" v="3339" actId="2711"/>
        <pc:sldMkLst>
          <pc:docMk/>
          <pc:sldMk cId="878233381" sldId="424"/>
        </pc:sldMkLst>
        <pc:spChg chg="mod">
          <ac:chgData name="Thavikulwat, Precha" userId="516d5f0b-2540-43ea-84f1-31793b8d328c" providerId="ADAL" clId="{4E8DB006-739C-4785-BE2A-8795BA2F9980}" dt="2026-01-26T20:43:38.285" v="3336" actId="255"/>
          <ac:spMkLst>
            <pc:docMk/>
            <pc:sldMk cId="878233381" sldId="424"/>
            <ac:spMk id="2" creationId="{D64AC3EA-BBCB-2467-8D07-24CB3A3C23AD}"/>
          </ac:spMkLst>
        </pc:spChg>
        <pc:graphicFrameChg chg="del">
          <ac:chgData name="Thavikulwat, Precha" userId="516d5f0b-2540-43ea-84f1-31793b8d328c" providerId="ADAL" clId="{4E8DB006-739C-4785-BE2A-8795BA2F9980}" dt="2026-01-26T20:11:13.841" v="3315" actId="478"/>
          <ac:graphicFrameMkLst>
            <pc:docMk/>
            <pc:sldMk cId="878233381" sldId="424"/>
            <ac:graphicFrameMk id="3" creationId="{25C0890E-58EA-B9B3-375E-28F8B0A51717}"/>
          </ac:graphicFrameMkLst>
        </pc:graphicFrameChg>
        <pc:graphicFrameChg chg="add del mod">
          <ac:chgData name="Thavikulwat, Precha" userId="516d5f0b-2540-43ea-84f1-31793b8d328c" providerId="ADAL" clId="{4E8DB006-739C-4785-BE2A-8795BA2F9980}" dt="2026-01-26T20:40:24.653" v="3321" actId="478"/>
          <ac:graphicFrameMkLst>
            <pc:docMk/>
            <pc:sldMk cId="878233381" sldId="424"/>
            <ac:graphicFrameMk id="4" creationId="{E73437F8-9C7F-9569-EFBC-3DCCB2C24066}"/>
          </ac:graphicFrameMkLst>
        </pc:graphicFrameChg>
        <pc:graphicFrameChg chg="add mod">
          <ac:chgData name="Thavikulwat, Precha" userId="516d5f0b-2540-43ea-84f1-31793b8d328c" providerId="ADAL" clId="{4E8DB006-739C-4785-BE2A-8795BA2F9980}" dt="2026-01-26T20:44:18.172" v="3338" actId="255"/>
          <ac:graphicFrameMkLst>
            <pc:docMk/>
            <pc:sldMk cId="878233381" sldId="424"/>
            <ac:graphicFrameMk id="5" creationId="{E73437F8-9C7F-9569-EFBC-3DCCB2C24066}"/>
          </ac:graphicFrameMkLst>
        </pc:graphicFrameChg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2540552446" sldId="425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3616673638" sldId="426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2313396052" sldId="427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1829400239" sldId="428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3805652439" sldId="429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3158761566" sldId="430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1579428842" sldId="431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4175347660" sldId="432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3679367572" sldId="434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1709706537" sldId="435"/>
        </pc:sldMkLst>
      </pc:sldChg>
      <pc:sldChg chg="del">
        <pc:chgData name="Thavikulwat, Precha" userId="516d5f0b-2540-43ea-84f1-31793b8d328c" providerId="ADAL" clId="{4E8DB006-739C-4785-BE2A-8795BA2F9980}" dt="2026-01-26T20:51:21.557" v="3365" actId="47"/>
        <pc:sldMkLst>
          <pc:docMk/>
          <pc:sldMk cId="3538079148" sldId="438"/>
        </pc:sldMkLst>
      </pc:sldChg>
      <pc:sldChg chg="modSp add mod">
        <pc:chgData name="Thavikulwat, Precha" userId="516d5f0b-2540-43ea-84f1-31793b8d328c" providerId="ADAL" clId="{4E8DB006-739C-4785-BE2A-8795BA2F9980}" dt="2026-01-25T19:24:49.932" v="1384" actId="6549"/>
        <pc:sldMkLst>
          <pc:docMk/>
          <pc:sldMk cId="1919955921" sldId="439"/>
        </pc:sldMkLst>
        <pc:spChg chg="mod">
          <ac:chgData name="Thavikulwat, Precha" userId="516d5f0b-2540-43ea-84f1-31793b8d328c" providerId="ADAL" clId="{4E8DB006-739C-4785-BE2A-8795BA2F9980}" dt="2026-01-25T19:23:23.131" v="1303" actId="20577"/>
          <ac:spMkLst>
            <pc:docMk/>
            <pc:sldMk cId="1919955921" sldId="439"/>
            <ac:spMk id="2" creationId="{EE963E1E-0455-9B55-1B69-3936AC6DF88F}"/>
          </ac:spMkLst>
        </pc:spChg>
        <pc:spChg chg="mod">
          <ac:chgData name="Thavikulwat, Precha" userId="516d5f0b-2540-43ea-84f1-31793b8d328c" providerId="ADAL" clId="{4E8DB006-739C-4785-BE2A-8795BA2F9980}" dt="2026-01-25T19:24:49.932" v="1384" actId="6549"/>
          <ac:spMkLst>
            <pc:docMk/>
            <pc:sldMk cId="1919955921" sldId="439"/>
            <ac:spMk id="3" creationId="{1F9EEC2B-B44B-9E6D-D87C-E00C37F4C4E2}"/>
          </ac:spMkLst>
        </pc:spChg>
      </pc:sldChg>
      <pc:sldChg chg="modSp new mod">
        <pc:chgData name="Thavikulwat, Precha" userId="516d5f0b-2540-43ea-84f1-31793b8d328c" providerId="ADAL" clId="{4E8DB006-739C-4785-BE2A-8795BA2F9980}" dt="2026-01-25T19:49:41.065" v="1758"/>
        <pc:sldMkLst>
          <pc:docMk/>
          <pc:sldMk cId="2189730083" sldId="440"/>
        </pc:sldMkLst>
        <pc:spChg chg="mod">
          <ac:chgData name="Thavikulwat, Precha" userId="516d5f0b-2540-43ea-84f1-31793b8d328c" providerId="ADAL" clId="{4E8DB006-739C-4785-BE2A-8795BA2F9980}" dt="2026-01-25T19:38:49.791" v="1496" actId="20577"/>
          <ac:spMkLst>
            <pc:docMk/>
            <pc:sldMk cId="2189730083" sldId="440"/>
            <ac:spMk id="2" creationId="{38838603-BFEF-D05C-45FE-53786F541C61}"/>
          </ac:spMkLst>
        </pc:spChg>
        <pc:spChg chg="mod">
          <ac:chgData name="Thavikulwat, Precha" userId="516d5f0b-2540-43ea-84f1-31793b8d328c" providerId="ADAL" clId="{4E8DB006-739C-4785-BE2A-8795BA2F9980}" dt="2026-01-25T19:49:41.065" v="1758"/>
          <ac:spMkLst>
            <pc:docMk/>
            <pc:sldMk cId="2189730083" sldId="440"/>
            <ac:spMk id="3" creationId="{C186BD90-1408-E413-B743-116378A75B3F}"/>
          </ac:spMkLst>
        </pc:spChg>
      </pc:sldChg>
      <pc:sldChg chg="modSp new mod">
        <pc:chgData name="Thavikulwat, Precha" userId="516d5f0b-2540-43ea-84f1-31793b8d328c" providerId="ADAL" clId="{4E8DB006-739C-4785-BE2A-8795BA2F9980}" dt="2026-01-25T22:40:41.362" v="2053"/>
        <pc:sldMkLst>
          <pc:docMk/>
          <pc:sldMk cId="3815645524" sldId="441"/>
        </pc:sldMkLst>
        <pc:spChg chg="mod">
          <ac:chgData name="Thavikulwat, Precha" userId="516d5f0b-2540-43ea-84f1-31793b8d328c" providerId="ADAL" clId="{4E8DB006-739C-4785-BE2A-8795BA2F9980}" dt="2026-01-25T22:40:41.362" v="2053"/>
          <ac:spMkLst>
            <pc:docMk/>
            <pc:sldMk cId="3815645524" sldId="441"/>
            <ac:spMk id="2" creationId="{77B4651C-8CB2-769B-6756-8637FE25DC4B}"/>
          </ac:spMkLst>
        </pc:spChg>
        <pc:spChg chg="mod">
          <ac:chgData name="Thavikulwat, Precha" userId="516d5f0b-2540-43ea-84f1-31793b8d328c" providerId="ADAL" clId="{4E8DB006-739C-4785-BE2A-8795BA2F9980}" dt="2026-01-25T22:38:00.051" v="2033" actId="6549"/>
          <ac:spMkLst>
            <pc:docMk/>
            <pc:sldMk cId="3815645524" sldId="441"/>
            <ac:spMk id="3" creationId="{0F260BCA-F7AF-A5C9-1097-DAFCAF241FC3}"/>
          </ac:spMkLst>
        </pc:spChg>
      </pc:sldChg>
      <pc:sldChg chg="modSp new mod">
        <pc:chgData name="Thavikulwat, Precha" userId="516d5f0b-2540-43ea-84f1-31793b8d328c" providerId="ADAL" clId="{4E8DB006-739C-4785-BE2A-8795BA2F9980}" dt="2026-01-26T15:29:08.848" v="2681" actId="113"/>
        <pc:sldMkLst>
          <pc:docMk/>
          <pc:sldMk cId="2057602502" sldId="442"/>
        </pc:sldMkLst>
        <pc:spChg chg="mod">
          <ac:chgData name="Thavikulwat, Precha" userId="516d5f0b-2540-43ea-84f1-31793b8d328c" providerId="ADAL" clId="{4E8DB006-739C-4785-BE2A-8795BA2F9980}" dt="2026-01-26T15:07:38.551" v="2571" actId="1035"/>
          <ac:spMkLst>
            <pc:docMk/>
            <pc:sldMk cId="2057602502" sldId="442"/>
            <ac:spMk id="2" creationId="{A56B8098-E64D-51D0-FBA7-5112D211B9BE}"/>
          </ac:spMkLst>
        </pc:spChg>
        <pc:spChg chg="mod">
          <ac:chgData name="Thavikulwat, Precha" userId="516d5f0b-2540-43ea-84f1-31793b8d328c" providerId="ADAL" clId="{4E8DB006-739C-4785-BE2A-8795BA2F9980}" dt="2026-01-26T15:29:08.848" v="2681" actId="113"/>
          <ac:spMkLst>
            <pc:docMk/>
            <pc:sldMk cId="2057602502" sldId="442"/>
            <ac:spMk id="3" creationId="{3501EA36-83F1-854E-0C3E-3458255F7148}"/>
          </ac:spMkLst>
        </pc:spChg>
      </pc:sldChg>
      <pc:sldChg chg="modSp new mod">
        <pc:chgData name="Thavikulwat, Precha" userId="516d5f0b-2540-43ea-84f1-31793b8d328c" providerId="ADAL" clId="{4E8DB006-739C-4785-BE2A-8795BA2F9980}" dt="2026-01-26T19:41:26.454" v="3174" actId="20577"/>
        <pc:sldMkLst>
          <pc:docMk/>
          <pc:sldMk cId="2529616895" sldId="443"/>
        </pc:sldMkLst>
        <pc:spChg chg="mod">
          <ac:chgData name="Thavikulwat, Precha" userId="516d5f0b-2540-43ea-84f1-31793b8d328c" providerId="ADAL" clId="{4E8DB006-739C-4785-BE2A-8795BA2F9980}" dt="2026-01-25T22:54:48.498" v="2221" actId="20577"/>
          <ac:spMkLst>
            <pc:docMk/>
            <pc:sldMk cId="2529616895" sldId="443"/>
            <ac:spMk id="2" creationId="{E4298EE4-A6C8-9FC5-8CEE-C917CDBCCD6C}"/>
          </ac:spMkLst>
        </pc:spChg>
        <pc:spChg chg="mod">
          <ac:chgData name="Thavikulwat, Precha" userId="516d5f0b-2540-43ea-84f1-31793b8d328c" providerId="ADAL" clId="{4E8DB006-739C-4785-BE2A-8795BA2F9980}" dt="2026-01-26T19:41:26.454" v="3174" actId="20577"/>
          <ac:spMkLst>
            <pc:docMk/>
            <pc:sldMk cId="2529616895" sldId="443"/>
            <ac:spMk id="3" creationId="{DBEBB9D0-329C-36AA-11B6-05E99F9A9AB5}"/>
          </ac:spMkLst>
        </pc:spChg>
      </pc:sldChg>
      <pc:sldChg chg="modSp add mod ord">
        <pc:chgData name="Thavikulwat, Precha" userId="516d5f0b-2540-43ea-84f1-31793b8d328c" providerId="ADAL" clId="{4E8DB006-739C-4785-BE2A-8795BA2F9980}" dt="2026-01-26T19:15:48.895" v="2961"/>
        <pc:sldMkLst>
          <pc:docMk/>
          <pc:sldMk cId="2414075660" sldId="444"/>
        </pc:sldMkLst>
        <pc:spChg chg="mod">
          <ac:chgData name="Thavikulwat, Precha" userId="516d5f0b-2540-43ea-84f1-31793b8d328c" providerId="ADAL" clId="{4E8DB006-739C-4785-BE2A-8795BA2F9980}" dt="2026-01-26T15:52:18.519" v="2936" actId="20577"/>
          <ac:spMkLst>
            <pc:docMk/>
            <pc:sldMk cId="2414075660" sldId="444"/>
            <ac:spMk id="2" creationId="{FA2BA3D0-D18A-4550-76BA-8948840707E4}"/>
          </ac:spMkLst>
        </pc:spChg>
        <pc:spChg chg="mod">
          <ac:chgData name="Thavikulwat, Precha" userId="516d5f0b-2540-43ea-84f1-31793b8d328c" providerId="ADAL" clId="{4E8DB006-739C-4785-BE2A-8795BA2F9980}" dt="2026-01-26T15:51:53.795" v="2900" actId="20577"/>
          <ac:spMkLst>
            <pc:docMk/>
            <pc:sldMk cId="2414075660" sldId="444"/>
            <ac:spMk id="3" creationId="{6EBD835F-D7B8-A0E4-FF5C-42BBA280FBC6}"/>
          </ac:spMkLst>
        </pc:spChg>
      </pc:sldChg>
      <pc:sldChg chg="addSp delSp modSp add mod">
        <pc:chgData name="Thavikulwat, Precha" userId="516d5f0b-2540-43ea-84f1-31793b8d328c" providerId="ADAL" clId="{4E8DB006-739C-4785-BE2A-8795BA2F9980}" dt="2026-01-26T19:55:47.618" v="3256" actId="20577"/>
        <pc:sldMkLst>
          <pc:docMk/>
          <pc:sldMk cId="4002394455" sldId="445"/>
        </pc:sldMkLst>
        <pc:spChg chg="mod">
          <ac:chgData name="Thavikulwat, Precha" userId="516d5f0b-2540-43ea-84f1-31793b8d328c" providerId="ADAL" clId="{4E8DB006-739C-4785-BE2A-8795BA2F9980}" dt="2026-01-26T19:55:47.618" v="3256" actId="20577"/>
          <ac:spMkLst>
            <pc:docMk/>
            <pc:sldMk cId="4002394455" sldId="445"/>
            <ac:spMk id="2" creationId="{45AEEC27-1BF5-FA18-E64A-55B578413577}"/>
          </ac:spMkLst>
        </pc:spChg>
        <pc:graphicFrameChg chg="add mod modGraphic">
          <ac:chgData name="Thavikulwat, Precha" userId="516d5f0b-2540-43ea-84f1-31793b8d328c" providerId="ADAL" clId="{4E8DB006-739C-4785-BE2A-8795BA2F9980}" dt="2026-01-26T19:18:10.860" v="2977" actId="14734"/>
          <ac:graphicFrameMkLst>
            <pc:docMk/>
            <pc:sldMk cId="4002394455" sldId="445"/>
            <ac:graphicFrameMk id="3" creationId="{979B2793-0A3F-4732-3C91-AB3AA5CB6870}"/>
          </ac:graphicFrameMkLst>
        </pc:graphicFrameChg>
        <pc:graphicFrameChg chg="del">
          <ac:chgData name="Thavikulwat, Precha" userId="516d5f0b-2540-43ea-84f1-31793b8d328c" providerId="ADAL" clId="{4E8DB006-739C-4785-BE2A-8795BA2F9980}" dt="2026-01-26T19:16:20.478" v="2962" actId="478"/>
          <ac:graphicFrameMkLst>
            <pc:docMk/>
            <pc:sldMk cId="4002394455" sldId="445"/>
            <ac:graphicFrameMk id="5" creationId="{4196758B-8BDD-D1F9-7EAB-55E9E9438C0C}"/>
          </ac:graphicFrameMkLst>
        </pc:graphicFrameChg>
      </pc:sldChg>
      <pc:sldChg chg="modSp add mod ord">
        <pc:chgData name="Thavikulwat, Precha" userId="516d5f0b-2540-43ea-84f1-31793b8d328c" providerId="ADAL" clId="{4E8DB006-739C-4785-BE2A-8795BA2F9980}" dt="2026-01-26T20:02:33.236" v="3275"/>
        <pc:sldMkLst>
          <pc:docMk/>
          <pc:sldMk cId="3151398862" sldId="446"/>
        </pc:sldMkLst>
        <pc:spChg chg="mod">
          <ac:chgData name="Thavikulwat, Precha" userId="516d5f0b-2540-43ea-84f1-31793b8d328c" providerId="ADAL" clId="{4E8DB006-739C-4785-BE2A-8795BA2F9980}" dt="2026-01-26T19:23:04.968" v="3058" actId="1035"/>
          <ac:spMkLst>
            <pc:docMk/>
            <pc:sldMk cId="3151398862" sldId="446"/>
            <ac:spMk id="2" creationId="{4851F70F-1B92-036B-B2EB-5C39569EF34E}"/>
          </ac:spMkLst>
        </pc:spChg>
        <pc:spChg chg="mod">
          <ac:chgData name="Thavikulwat, Precha" userId="516d5f0b-2540-43ea-84f1-31793b8d328c" providerId="ADAL" clId="{4E8DB006-739C-4785-BE2A-8795BA2F9980}" dt="2026-01-26T19:50:17.725" v="3194" actId="20577"/>
          <ac:spMkLst>
            <pc:docMk/>
            <pc:sldMk cId="3151398862" sldId="446"/>
            <ac:spMk id="3" creationId="{0F0CF7A1-8323-520E-8334-346F04DFDEB3}"/>
          </ac:spMkLst>
        </pc:spChg>
      </pc:sldChg>
      <pc:sldChg chg="addSp delSp modSp add mod">
        <pc:chgData name="Thavikulwat, Precha" userId="516d5f0b-2540-43ea-84f1-31793b8d328c" providerId="ADAL" clId="{4E8DB006-739C-4785-BE2A-8795BA2F9980}" dt="2026-01-26T20:09:31.496" v="3314" actId="1076"/>
        <pc:sldMkLst>
          <pc:docMk/>
          <pc:sldMk cId="3637325433" sldId="447"/>
        </pc:sldMkLst>
        <pc:spChg chg="mod">
          <ac:chgData name="Thavikulwat, Precha" userId="516d5f0b-2540-43ea-84f1-31793b8d328c" providerId="ADAL" clId="{4E8DB006-739C-4785-BE2A-8795BA2F9980}" dt="2026-01-26T19:55:37.837" v="3251" actId="6549"/>
          <ac:spMkLst>
            <pc:docMk/>
            <pc:sldMk cId="3637325433" sldId="447"/>
            <ac:spMk id="2" creationId="{90DECAA3-CC62-C3F1-7C2F-A6C49BEA853A}"/>
          </ac:spMkLst>
        </pc:spChg>
        <pc:graphicFrameChg chg="del">
          <ac:chgData name="Thavikulwat, Precha" userId="516d5f0b-2540-43ea-84f1-31793b8d328c" providerId="ADAL" clId="{4E8DB006-739C-4785-BE2A-8795BA2F9980}" dt="2026-01-26T20:01:12.219" v="3264" actId="478"/>
          <ac:graphicFrameMkLst>
            <pc:docMk/>
            <pc:sldMk cId="3637325433" sldId="447"/>
            <ac:graphicFrameMk id="3" creationId="{1AF7D1EF-12F2-3FD7-2DE0-C7DC0DADD517}"/>
          </ac:graphicFrameMkLst>
        </pc:graphicFrameChg>
        <pc:graphicFrameChg chg="add mod modGraphic">
          <ac:chgData name="Thavikulwat, Precha" userId="516d5f0b-2540-43ea-84f1-31793b8d328c" providerId="ADAL" clId="{4E8DB006-739C-4785-BE2A-8795BA2F9980}" dt="2026-01-26T20:09:31.496" v="3314" actId="1076"/>
          <ac:graphicFrameMkLst>
            <pc:docMk/>
            <pc:sldMk cId="3637325433" sldId="447"/>
            <ac:graphicFrameMk id="4" creationId="{F4AD0569-AB31-04F1-1DC9-55C2537D1C9E}"/>
          </ac:graphicFrameMkLst>
        </pc:graphicFrameChg>
      </pc:sldChg>
      <pc:sldChg chg="modSp new mod">
        <pc:chgData name="Thavikulwat, Precha" userId="516d5f0b-2540-43ea-84f1-31793b8d328c" providerId="ADAL" clId="{4E8DB006-739C-4785-BE2A-8795BA2F9980}" dt="2026-01-26T23:17:48.817" v="3826" actId="20577"/>
        <pc:sldMkLst>
          <pc:docMk/>
          <pc:sldMk cId="2329957104" sldId="448"/>
        </pc:sldMkLst>
        <pc:spChg chg="mod">
          <ac:chgData name="Thavikulwat, Precha" userId="516d5f0b-2540-43ea-84f1-31793b8d328c" providerId="ADAL" clId="{4E8DB006-739C-4785-BE2A-8795BA2F9980}" dt="2026-01-26T20:53:16.315" v="3376" actId="20577"/>
          <ac:spMkLst>
            <pc:docMk/>
            <pc:sldMk cId="2329957104" sldId="448"/>
            <ac:spMk id="2" creationId="{D8CA4048-9CEE-8CC4-5E9E-F70A5C9ECEF8}"/>
          </ac:spMkLst>
        </pc:spChg>
        <pc:spChg chg="mod">
          <ac:chgData name="Thavikulwat, Precha" userId="516d5f0b-2540-43ea-84f1-31793b8d328c" providerId="ADAL" clId="{4E8DB006-739C-4785-BE2A-8795BA2F9980}" dt="2026-01-26T23:17:48.817" v="3826" actId="20577"/>
          <ac:spMkLst>
            <pc:docMk/>
            <pc:sldMk cId="2329957104" sldId="448"/>
            <ac:spMk id="3" creationId="{3281B88C-FA63-8346-E41D-037D5ADCECE2}"/>
          </ac:spMkLst>
        </pc:spChg>
      </pc:sldChg>
      <pc:sldChg chg="modSp new mod">
        <pc:chgData name="Thavikulwat, Precha" userId="516d5f0b-2540-43ea-84f1-31793b8d328c" providerId="ADAL" clId="{4E8DB006-739C-4785-BE2A-8795BA2F9980}" dt="2026-01-26T23:18:50.490" v="3873" actId="20577"/>
        <pc:sldMkLst>
          <pc:docMk/>
          <pc:sldMk cId="1313932928" sldId="449"/>
        </pc:sldMkLst>
        <pc:spChg chg="mod">
          <ac:chgData name="Thavikulwat, Precha" userId="516d5f0b-2540-43ea-84f1-31793b8d328c" providerId="ADAL" clId="{4E8DB006-739C-4785-BE2A-8795BA2F9980}" dt="2026-01-26T23:08:39.045" v="3515" actId="20577"/>
          <ac:spMkLst>
            <pc:docMk/>
            <pc:sldMk cId="1313932928" sldId="449"/>
            <ac:spMk id="2" creationId="{CAF445BC-BA92-C052-7BFE-6567F8361C32}"/>
          </ac:spMkLst>
        </pc:spChg>
        <pc:spChg chg="mod">
          <ac:chgData name="Thavikulwat, Precha" userId="516d5f0b-2540-43ea-84f1-31793b8d328c" providerId="ADAL" clId="{4E8DB006-739C-4785-BE2A-8795BA2F9980}" dt="2026-01-26T23:18:50.490" v="3873" actId="20577"/>
          <ac:spMkLst>
            <pc:docMk/>
            <pc:sldMk cId="1313932928" sldId="449"/>
            <ac:spMk id="3" creationId="{E90B564A-9C6C-B8A8-1842-EA249985B9CA}"/>
          </ac:spMkLst>
        </pc:spChg>
      </pc:sldChg>
      <pc:sldChg chg="addSp delSp modSp new mod">
        <pc:chgData name="Thavikulwat, Precha" userId="516d5f0b-2540-43ea-84f1-31793b8d328c" providerId="ADAL" clId="{4E8DB006-739C-4785-BE2A-8795BA2F9980}" dt="2026-01-27T16:27:44.906" v="4368" actId="20577"/>
        <pc:sldMkLst>
          <pc:docMk/>
          <pc:sldMk cId="1898350671" sldId="450"/>
        </pc:sldMkLst>
        <pc:spChg chg="mod">
          <ac:chgData name="Thavikulwat, Precha" userId="516d5f0b-2540-43ea-84f1-31793b8d328c" providerId="ADAL" clId="{4E8DB006-739C-4785-BE2A-8795BA2F9980}" dt="2026-01-27T16:27:44.906" v="4368" actId="20577"/>
          <ac:spMkLst>
            <pc:docMk/>
            <pc:sldMk cId="1898350671" sldId="450"/>
            <ac:spMk id="2" creationId="{7B06DFF0-8B19-C7DB-A27C-0F64A1337C22}"/>
          </ac:spMkLst>
        </pc:spChg>
        <pc:spChg chg="del mod">
          <ac:chgData name="Thavikulwat, Precha" userId="516d5f0b-2540-43ea-84f1-31793b8d328c" providerId="ADAL" clId="{4E8DB006-739C-4785-BE2A-8795BA2F9980}" dt="2026-01-26T23:20:48.979" v="3906" actId="478"/>
          <ac:spMkLst>
            <pc:docMk/>
            <pc:sldMk cId="1898350671" sldId="450"/>
            <ac:spMk id="3" creationId="{2986F195-8B55-7485-66D7-12DF529974D7}"/>
          </ac:spMkLst>
        </pc:spChg>
        <pc:picChg chg="add mod">
          <ac:chgData name="Thavikulwat, Precha" userId="516d5f0b-2540-43ea-84f1-31793b8d328c" providerId="ADAL" clId="{4E8DB006-739C-4785-BE2A-8795BA2F9980}" dt="2026-01-26T23:19:56.047" v="3891"/>
          <ac:picMkLst>
            <pc:docMk/>
            <pc:sldMk cId="1898350671" sldId="450"/>
            <ac:picMk id="4" creationId="{1DC0167E-0AEF-B549-5EE9-6B43F7B715B8}"/>
          </ac:picMkLst>
        </pc:picChg>
        <pc:picChg chg="add del mod">
          <ac:chgData name="Thavikulwat, Precha" userId="516d5f0b-2540-43ea-84f1-31793b8d328c" providerId="ADAL" clId="{4E8DB006-739C-4785-BE2A-8795BA2F9980}" dt="2026-01-26T23:20:45.433" v="3905" actId="478"/>
          <ac:picMkLst>
            <pc:docMk/>
            <pc:sldMk cId="1898350671" sldId="450"/>
            <ac:picMk id="5" creationId="{E29C71CE-848A-727D-C020-CE2EAF1EF9E9}"/>
          </ac:picMkLst>
        </pc:picChg>
        <pc:picChg chg="add mod">
          <ac:chgData name="Thavikulwat, Precha" userId="516d5f0b-2540-43ea-84f1-31793b8d328c" providerId="ADAL" clId="{4E8DB006-739C-4785-BE2A-8795BA2F9980}" dt="2026-01-26T23:21:13.675" v="3914" actId="14100"/>
          <ac:picMkLst>
            <pc:docMk/>
            <pc:sldMk cId="1898350671" sldId="450"/>
            <ac:picMk id="6" creationId="{DDD9A725-EA48-7D18-B7D2-67589D1E17C6}"/>
          </ac:picMkLst>
        </pc:picChg>
      </pc:sldChg>
      <pc:sldChg chg="modSp new mod">
        <pc:chgData name="Thavikulwat, Precha" userId="516d5f0b-2540-43ea-84f1-31793b8d328c" providerId="ADAL" clId="{4E8DB006-739C-4785-BE2A-8795BA2F9980}" dt="2026-01-27T16:37:46.444" v="4801" actId="20577"/>
        <pc:sldMkLst>
          <pc:docMk/>
          <pc:sldMk cId="1150910574" sldId="451"/>
        </pc:sldMkLst>
        <pc:spChg chg="mod">
          <ac:chgData name="Thavikulwat, Precha" userId="516d5f0b-2540-43ea-84f1-31793b8d328c" providerId="ADAL" clId="{4E8DB006-739C-4785-BE2A-8795BA2F9980}" dt="2026-01-27T16:13:31.125" v="3962" actId="20577"/>
          <ac:spMkLst>
            <pc:docMk/>
            <pc:sldMk cId="1150910574" sldId="451"/>
            <ac:spMk id="2" creationId="{25402080-E7C9-9387-977F-2E231300DFD1}"/>
          </ac:spMkLst>
        </pc:spChg>
        <pc:spChg chg="mod">
          <ac:chgData name="Thavikulwat, Precha" userId="516d5f0b-2540-43ea-84f1-31793b8d328c" providerId="ADAL" clId="{4E8DB006-739C-4785-BE2A-8795BA2F9980}" dt="2026-01-27T16:37:46.444" v="4801" actId="20577"/>
          <ac:spMkLst>
            <pc:docMk/>
            <pc:sldMk cId="1150910574" sldId="451"/>
            <ac:spMk id="3" creationId="{28EF7E9C-4883-08EB-D7E0-5D7552EACE71}"/>
          </ac:spMkLst>
        </pc:spChg>
      </pc:sldChg>
      <pc:sldChg chg="modSp new mod">
        <pc:chgData name="Thavikulwat, Precha" userId="516d5f0b-2540-43ea-84f1-31793b8d328c" providerId="ADAL" clId="{4E8DB006-739C-4785-BE2A-8795BA2F9980}" dt="2026-01-27T16:36:37.879" v="4796" actId="20577"/>
        <pc:sldMkLst>
          <pc:docMk/>
          <pc:sldMk cId="1267480292" sldId="452"/>
        </pc:sldMkLst>
        <pc:spChg chg="mod">
          <ac:chgData name="Thavikulwat, Precha" userId="516d5f0b-2540-43ea-84f1-31793b8d328c" providerId="ADAL" clId="{4E8DB006-739C-4785-BE2A-8795BA2F9980}" dt="2026-01-27T16:28:32.090" v="4384" actId="20577"/>
          <ac:spMkLst>
            <pc:docMk/>
            <pc:sldMk cId="1267480292" sldId="452"/>
            <ac:spMk id="2" creationId="{88E7773D-EB3E-B15C-77C3-14A05D0F5D8C}"/>
          </ac:spMkLst>
        </pc:spChg>
        <pc:spChg chg="mod">
          <ac:chgData name="Thavikulwat, Precha" userId="516d5f0b-2540-43ea-84f1-31793b8d328c" providerId="ADAL" clId="{4E8DB006-739C-4785-BE2A-8795BA2F9980}" dt="2026-01-27T16:36:37.879" v="4796" actId="20577"/>
          <ac:spMkLst>
            <pc:docMk/>
            <pc:sldMk cId="1267480292" sldId="452"/>
            <ac:spMk id="3" creationId="{D0A0F9CC-1EE2-A2CD-5FDA-0EBAD111500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322172976703861E-2"/>
          <c:y val="7.2139303482587069E-2"/>
          <c:w val="0.84638257913499504"/>
          <c:h val="0.77582520468523519"/>
        </c:manualLayout>
      </c:layout>
      <c:scatterChart>
        <c:scatterStyle val="lineMarker"/>
        <c:varyColors val="0"/>
        <c:ser>
          <c:idx val="0"/>
          <c:order val="0"/>
          <c:tx>
            <c:strRef>
              <c:f>Calculations!$C$61</c:f>
              <c:strCache>
                <c:ptCount val="1"/>
                <c:pt idx="0">
                  <c:v>Conventional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Calculations!$B$62:$B$65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Calculations!$C$62:$C$65</c:f>
              <c:numCache>
                <c:formatCode>0.000</c:formatCode>
                <c:ptCount val="4"/>
                <c:pt idx="0">
                  <c:v>0.5</c:v>
                </c:pt>
                <c:pt idx="1">
                  <c:v>0.58333333333333337</c:v>
                </c:pt>
                <c:pt idx="2">
                  <c:v>0.63888888888888884</c:v>
                </c:pt>
                <c:pt idx="3">
                  <c:v>0.6791666666666667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485-49A7-AE63-011894BF0847}"/>
            </c:ext>
          </c:extLst>
        </c:ser>
        <c:ser>
          <c:idx val="1"/>
          <c:order val="1"/>
          <c:tx>
            <c:strRef>
              <c:f>Calculations!$D$61</c:f>
              <c:strCache>
                <c:ptCount val="1"/>
                <c:pt idx="0">
                  <c:v>Instant Feedback</c:v>
                </c:pt>
              </c:strCache>
            </c:strRef>
          </c:tx>
          <c:spPr>
            <a:ln w="1905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Calculations!$B$62:$B$65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Calculations!$D$62:$D$65</c:f>
              <c:numCache>
                <c:formatCode>0.000</c:formatCode>
                <c:ptCount val="4"/>
                <c:pt idx="0">
                  <c:v>0.5</c:v>
                </c:pt>
                <c:pt idx="1">
                  <c:v>1.0833333333333335</c:v>
                </c:pt>
                <c:pt idx="2">
                  <c:v>1.7222222222222223</c:v>
                </c:pt>
                <c:pt idx="3">
                  <c:v>2.401388888888889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485-49A7-AE63-011894BF0847}"/>
            </c:ext>
          </c:extLst>
        </c:ser>
        <c:ser>
          <c:idx val="2"/>
          <c:order val="2"/>
          <c:tx>
            <c:strRef>
              <c:f>Calculations!$E$61</c:f>
              <c:strCache>
                <c:ptCount val="1"/>
                <c:pt idx="0">
                  <c:v>Weighted Distractors</c:v>
                </c:pt>
              </c:strCache>
            </c:strRef>
          </c:tx>
          <c:spPr>
            <a:ln w="19050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Calculations!$B$62:$B$65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Calculations!$E$62:$E$65</c:f>
              <c:numCache>
                <c:formatCode>0.000</c:formatCode>
                <c:ptCount val="4"/>
                <c:pt idx="0">
                  <c:v>0.5</c:v>
                </c:pt>
                <c:pt idx="1">
                  <c:v>1.25</c:v>
                </c:pt>
                <c:pt idx="2">
                  <c:v>2.0972222222222223</c:v>
                </c:pt>
                <c:pt idx="3">
                  <c:v>2.9930555555555554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485-49A7-AE63-011894BF0847}"/>
            </c:ext>
          </c:extLst>
        </c:ser>
        <c:ser>
          <c:idx val="3"/>
          <c:order val="3"/>
          <c:tx>
            <c:strRef>
              <c:f>Calculations!$F$61</c:f>
              <c:strCache>
                <c:ptCount val="1"/>
                <c:pt idx="0">
                  <c:v>Combined</c:v>
                </c:pt>
              </c:strCache>
            </c:strRef>
          </c:tx>
          <c:spPr>
            <a:ln w="19050" cap="rnd">
              <a:solidFill>
                <a:schemeClr val="accent4"/>
              </a:solidFill>
              <a:prstDash val="lgDash"/>
              <a:round/>
            </a:ln>
            <a:effectLst/>
          </c:spPr>
          <c:marker>
            <c:symbol val="none"/>
          </c:marker>
          <c:xVal>
            <c:numRef>
              <c:f>Calculations!$B$62:$B$65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xVal>
          <c:yVal>
            <c:numRef>
              <c:f>Calculations!$F$62:$F$65</c:f>
              <c:numCache>
                <c:formatCode>0.000</c:formatCode>
                <c:ptCount val="4"/>
                <c:pt idx="0">
                  <c:v>0.5</c:v>
                </c:pt>
                <c:pt idx="1">
                  <c:v>1.5833333333333335</c:v>
                </c:pt>
                <c:pt idx="2">
                  <c:v>3.8888888888888888</c:v>
                </c:pt>
                <c:pt idx="3">
                  <c:v>8.7347222222222225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B485-49A7-AE63-011894BF08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2875727"/>
        <c:axId val="2011463919"/>
      </c:scatterChart>
      <c:valAx>
        <c:axId val="2072875727"/>
        <c:scaling>
          <c:orientation val="minMax"/>
          <c:max val="4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Cambria Math" panose="02040503050406030204" pitchFamily="18" charset="0"/>
                    <a:cs typeface="+mn-cs"/>
                  </a:defRPr>
                </a:pPr>
                <a:r>
                  <a:rPr lang="en-US"/>
                  <a:t>Number of Distractors</a:t>
                </a:r>
              </a:p>
            </c:rich>
          </c:tx>
          <c:layout>
            <c:manualLayout>
              <c:xMode val="edge"/>
              <c:yMode val="edge"/>
              <c:x val="0.4217515443196917"/>
              <c:y val="0.910447761194029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Cambria Math" panose="02040503050406030204" pitchFamily="18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Cambria Math" panose="02040503050406030204" pitchFamily="18" charset="0"/>
                <a:cs typeface="+mn-cs"/>
              </a:defRPr>
            </a:pPr>
            <a:endParaRPr lang="en-US"/>
          </a:p>
        </c:txPr>
        <c:crossAx val="2011463919"/>
        <c:crosses val="autoZero"/>
        <c:crossBetween val="midCat"/>
        <c:majorUnit val="1"/>
      </c:valAx>
      <c:valAx>
        <c:axId val="2011463919"/>
        <c:scaling>
          <c:orientation val="minMax"/>
          <c:max val="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lt"/>
                    <a:ea typeface="Cambria Math" panose="02040503050406030204" pitchFamily="18" charset="0"/>
                    <a:cs typeface="+mn-cs"/>
                  </a:defRPr>
                </a:pPr>
                <a:r>
                  <a:rPr lang="en-US"/>
                  <a:t>Magnifying Power</a:t>
                </a:r>
              </a:p>
            </c:rich>
          </c:tx>
          <c:layout>
            <c:manualLayout>
              <c:xMode val="edge"/>
              <c:yMode val="edge"/>
              <c:x val="1.6343274534260523E-2"/>
              <c:y val="0.3713081519721874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ea typeface="Cambria Math" panose="02040503050406030204" pitchFamily="18" charset="0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Cambria Math" panose="02040503050406030204" pitchFamily="18" charset="0"/>
                <a:cs typeface="+mn-cs"/>
              </a:defRPr>
            </a:pPr>
            <a:endParaRPr lang="en-US"/>
          </a:p>
        </c:txPr>
        <c:crossAx val="20728757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9524530587522716E-2"/>
          <c:y val="3.1065146707407793E-4"/>
          <c:w val="0.82856215088498553"/>
          <c:h val="6.9341089826458271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Cambria Math" panose="02040503050406030204" pitchFamily="18" charset="0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ysClr val="windowText" lastClr="000000"/>
      </a:solidFill>
      <a:round/>
    </a:ln>
    <a:effectLst/>
  </c:spPr>
  <c:txPr>
    <a:bodyPr/>
    <a:lstStyle/>
    <a:p>
      <a:pPr>
        <a:defRPr sz="1400">
          <a:latin typeface="+mj-lt"/>
          <a:ea typeface="Cambria Math" panose="020405030504060302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40" y="3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r">
              <a:defRPr sz="1200"/>
            </a:lvl1pPr>
          </a:lstStyle>
          <a:p>
            <a:fld id="{F23409EF-240C-426E-BBFF-317419FA457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829971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40" y="8829971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r">
              <a:defRPr sz="1200"/>
            </a:lvl1pPr>
          </a:lstStyle>
          <a:p>
            <a:fld id="{74C3977C-BB34-4F21-9394-E8154028C3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90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3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r">
              <a:defRPr sz="1200"/>
            </a:lvl1pPr>
          </a:lstStyle>
          <a:p>
            <a:fld id="{ABEB8A78-D791-4149-8AE8-DC4F49D85E71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31" tIns="46516" rIns="93031" bIns="465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4"/>
            <a:ext cx="5608320" cy="4183380"/>
          </a:xfrm>
          <a:prstGeom prst="rect">
            <a:avLst/>
          </a:prstGeom>
        </p:spPr>
        <p:txBody>
          <a:bodyPr vert="horz" lIns="93031" tIns="46516" rIns="93031" bIns="4651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8829971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71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r">
              <a:defRPr sz="1200"/>
            </a:lvl1pPr>
          </a:lstStyle>
          <a:p>
            <a:fld id="{7AE4E800-198E-47BD-8BDC-A85D22E0F0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5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4E800-198E-47BD-8BDC-A85D22E0F0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96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4E800-198E-47BD-8BDC-A85D22E0F01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91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D2A12-65F0-502A-EEB3-A1F8BCA69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7E580-547A-2968-28D7-C15E470F9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8553D-8EB6-A3BE-0564-3F80EBD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5DA79-D251-0842-48EB-910BADE3C2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4E800-198E-47BD-8BDC-A85D22E0F01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92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4E800-198E-47BD-8BDC-A85D22E0F01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31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E3A4-7B0B-C475-75E5-1B0BD14C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C2584-0038-0F23-41E2-5C9B93C19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2D7CA-0E5F-0FDD-1EBA-849534F26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93498-9005-DCE2-F88E-B1379F6B6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4E800-198E-47BD-8BDC-A85D22E0F01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02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4E800-198E-47BD-8BDC-A85D22E0F01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1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60017051-2C1D-4F2B-8DBF-F8FC30E40EF4}" type="datetime1">
              <a:rPr lang="en-US" smtClean="0"/>
              <a:t>1/27/2026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r>
              <a:rPr kumimoji="0" lang="en-US">
                <a:solidFill>
                  <a:schemeClr val="tx2"/>
                </a:solidFill>
              </a:rPr>
              <a:t>© 2024 by Precha Thavikulwat</a:t>
            </a:r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1874-7349-481B-9D8C-6C31FAC4694A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6FB7-A887-47B6-9841-9F894FEB4766}" type="datetime1">
              <a:rPr lang="en-US" smtClean="0"/>
              <a:t>1/27/2026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B76EC56-46F2-4F70-BA9B-CF906144C9E4}" type="datetime1">
              <a:rPr lang="en-US" smtClean="0"/>
              <a:t>1/27/2026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kumimoji="0" lang="en-US"/>
              <a:t>© 2024 by Precha Thavikulwat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9A48359-BDEE-4D17-9F3C-ADAA87CB8235}" type="datetime1">
              <a:rPr lang="en-US" smtClean="0"/>
              <a:t>1/27/2026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kumimoji="0" lang="en-US"/>
              <a:t>© 2024 by Precha Thavikulwat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13BE2-4A8B-4574-B7FD-24A1F7A89D5D}" type="datetime1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by Precha Thavikulwat</a:t>
            </a:r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6EAFB-1F59-4342-A6FF-B49E33D2CCEE}" type="datetime1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8452-7C31-4B0E-BBE9-C4F8946D2E89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31C5073-F645-4199-92DD-CD00215D16C1}" type="datetime1">
              <a:rPr lang="en-US" smtClean="0"/>
              <a:t>1/27/2026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kumimoji="0" lang="en-US"/>
              <a:t>© 2024 by Precha Thavikulwat</a:t>
            </a:r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F521-D367-432C-80A8-2B2262187CCF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0159B24E-D6A8-4345-92FA-E006909F4950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kumimoji="0" lang="en-US"/>
              <a:t>© 2024 by Precha Thavikulwat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7D5035C-B3D6-4A0F-952D-87DCED8A3E1E}" type="datetime1">
              <a:rPr lang="en-US" smtClean="0"/>
              <a:t>1/27/2026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r>
              <a:rPr kumimoji="0" lang="en-US" sz="1400">
                <a:solidFill>
                  <a:schemeClr val="tx2"/>
                </a:solidFill>
              </a:rPr>
              <a:t>© 2024 by Precha Thavikulwat</a:t>
            </a:r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thavikulwat@towson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0"/>
            <a:ext cx="7851648" cy="1295400"/>
          </a:xfrm>
        </p:spPr>
        <p:txBody>
          <a:bodyPr>
            <a:normAutofit fontScale="90000"/>
          </a:bodyPr>
          <a:lstStyle/>
          <a:p>
            <a:r>
              <a:rPr lang="en-US" sz="3600" cap="none" dirty="0"/>
              <a:t>How to Frame Game a Close-Ended Test</a:t>
            </a:r>
            <a:br>
              <a:rPr lang="en-US" sz="3600" cap="none" dirty="0"/>
            </a:br>
            <a:r>
              <a:rPr lang="en-US" sz="2800" cap="none" dirty="0"/>
              <a:t>Magnifying Power, Instant Feedback, Weighted Distractors, Pacing, and Dynamic Scoreboard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743200"/>
            <a:ext cx="7854696" cy="2743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dirty="0"/>
              <a:t>Precha Thavikulwat, Towson University, Maryland</a:t>
            </a:r>
            <a:br>
              <a:rPr lang="en-US" sz="2400" dirty="0"/>
            </a:br>
            <a:r>
              <a:rPr 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pthavikulwat@towson.edu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643"/>
    </mc:Choice>
    <mc:Fallback xmlns="">
      <p:transition spd="slow" advTm="566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762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Frame Game</a:t>
            </a:r>
          </a:p>
          <a:p>
            <a:r>
              <a:rPr lang="en-US" dirty="0">
                <a:sym typeface="Wingdings" panose="05000000000000000000" pitchFamily="2" charset="2"/>
              </a:rPr>
              <a:t>Close-Ended Item</a:t>
            </a:r>
          </a:p>
          <a:p>
            <a:r>
              <a:rPr lang="en-US" dirty="0">
                <a:sym typeface="Wingdings" panose="05000000000000000000" pitchFamily="2" charset="2"/>
              </a:rPr>
              <a:t>Problem and Solution</a:t>
            </a:r>
          </a:p>
          <a:p>
            <a:r>
              <a:rPr lang="en-US" dirty="0">
                <a:sym typeface="Wingdings" panose="05000000000000000000" pitchFamily="2" charset="2"/>
              </a:rPr>
              <a:t>Magnifying Power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Instant Feedback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Weighted Distractors</a:t>
            </a:r>
          </a:p>
          <a:p>
            <a:r>
              <a:rPr lang="en-US" dirty="0">
                <a:sym typeface="Wingdings" panose="05000000000000000000" pitchFamily="2" charset="2"/>
              </a:rPr>
              <a:t>Pacing</a:t>
            </a:r>
          </a:p>
          <a:p>
            <a:r>
              <a:rPr lang="en-US" dirty="0">
                <a:sym typeface="Wingdings" panose="05000000000000000000" pitchFamily="2" charset="2"/>
              </a:rPr>
              <a:t>Dynamic Scoreboard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9322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78"/>
    </mc:Choice>
    <mc:Fallback xmlns="">
      <p:transition spd="slow" advTm="3517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46441-E671-5156-1E87-5BBB102A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71BF-271C-32B6-E671-1DD24BBC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"/>
            <a:ext cx="8153400" cy="990600"/>
          </a:xfrm>
        </p:spPr>
        <p:txBody>
          <a:bodyPr>
            <a:noAutofit/>
          </a:bodyPr>
          <a:lstStyle/>
          <a:p>
            <a:r>
              <a:rPr lang="en-US" sz="3600" dirty="0">
                <a:sym typeface="Wingdings" panose="05000000000000000000" pitchFamily="2" charset="2"/>
              </a:rPr>
              <a:t>Frame Game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F11A86-615A-E81C-C246-DE8D43BF6A4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08848" cy="4495800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Definition: Framework for loading different subject for different occasions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Crossword puzzle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Digital Escape Room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4222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78"/>
    </mc:Choice>
    <mc:Fallback xmlns="">
      <p:transition spd="slow" advTm="3517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0365-4F4E-8F31-B93F-14C3DD4C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Close-Ended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5EC7-DB88-6D00-768D-FAA84B83A70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Definition: Test item that elicits a machine-gradable response</a:t>
            </a:r>
          </a:p>
          <a:p>
            <a:r>
              <a:rPr lang="en-US" dirty="0"/>
              <a:t>Multiple choice item: stem, keys, and distractors</a:t>
            </a:r>
          </a:p>
          <a:p>
            <a:pPr lvl="1"/>
            <a:r>
              <a:rPr lang="en-US" dirty="0"/>
              <a:t>True or false: one key, one distractor</a:t>
            </a:r>
          </a:p>
          <a:p>
            <a:pPr lvl="1"/>
            <a:r>
              <a:rPr lang="en-US" dirty="0"/>
              <a:t>Fill in the blank: one or more keys, unspecified distractors</a:t>
            </a:r>
          </a:p>
          <a:p>
            <a:pPr lvl="1"/>
            <a:r>
              <a:rPr lang="en-US" dirty="0"/>
              <a:t>Mix and match: distractor of one item is key of another</a:t>
            </a:r>
          </a:p>
        </p:txBody>
      </p:sp>
    </p:spTree>
    <p:extLst>
      <p:ext uri="{BB962C8B-B14F-4D97-AF65-F5344CB8AC3E}">
        <p14:creationId xmlns:p14="http://schemas.microsoft.com/office/powerpoint/2010/main" val="2291678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DADC-60A6-688D-2F9B-B59E0BF8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"/>
            <a:ext cx="8153400" cy="1143000"/>
          </a:xfrm>
        </p:spPr>
        <p:txBody>
          <a:bodyPr>
            <a:normAutofit/>
          </a:bodyPr>
          <a:lstStyle/>
          <a:p>
            <a:r>
              <a:rPr lang="en-US" dirty="0"/>
              <a:t>Problem and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BC8E1-97A6-4D63-3132-CF74925450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</a:t>
            </a:r>
          </a:p>
          <a:p>
            <a:pPr lvl="1"/>
            <a:r>
              <a:rPr lang="en-US" dirty="0"/>
              <a:t>Feedback: Delayed scoring and no sharing of scores</a:t>
            </a:r>
          </a:p>
          <a:p>
            <a:pPr lvl="1"/>
            <a:r>
              <a:rPr lang="en-US" dirty="0"/>
              <a:t>Idle time: Wide differences in completion times</a:t>
            </a:r>
          </a:p>
          <a:p>
            <a:r>
              <a:rPr lang="en-US" dirty="0"/>
              <a:t>Solution: Computerized administration</a:t>
            </a:r>
          </a:p>
          <a:p>
            <a:pPr lvl="1"/>
            <a:r>
              <a:rPr lang="en-US" dirty="0"/>
              <a:t>Increase number of scores per test item</a:t>
            </a:r>
          </a:p>
          <a:p>
            <a:pPr lvl="1"/>
            <a:r>
              <a:rPr lang="en-US" dirty="0"/>
              <a:t>Control pacing, submission, and sequencing</a:t>
            </a:r>
          </a:p>
          <a:p>
            <a:pPr lvl="1"/>
            <a:r>
              <a:rPr lang="en-US" dirty="0"/>
              <a:t>Dynamic scoreboard</a:t>
            </a:r>
          </a:p>
        </p:txBody>
      </p:sp>
    </p:spTree>
    <p:extLst>
      <p:ext uri="{BB962C8B-B14F-4D97-AF65-F5344CB8AC3E}">
        <p14:creationId xmlns:p14="http://schemas.microsoft.com/office/powerpoint/2010/main" val="1239946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DFC5-B8E6-74B4-1116-0E996170F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3E1E-0455-9B55-1B69-3936AC6DF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Increase Number of Scores per Test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EEC2B-B44B-9E6D-D87C-E00C37F4C4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Methods</a:t>
            </a:r>
          </a:p>
          <a:p>
            <a:pPr lvl="1"/>
            <a:r>
              <a:rPr lang="en-US" dirty="0"/>
              <a:t>Instant feedback</a:t>
            </a:r>
          </a:p>
          <a:p>
            <a:pPr lvl="1"/>
            <a:r>
              <a:rPr lang="en-US" dirty="0"/>
              <a:t>Weighted distractors</a:t>
            </a:r>
          </a:p>
          <a:p>
            <a:r>
              <a:rPr lang="en-US" dirty="0"/>
              <a:t>Theory of magnifying power</a:t>
            </a:r>
          </a:p>
        </p:txBody>
      </p:sp>
    </p:spTree>
    <p:extLst>
      <p:ext uri="{BB962C8B-B14F-4D97-AF65-F5344CB8AC3E}">
        <p14:creationId xmlns:p14="http://schemas.microsoft.com/office/powerpoint/2010/main" val="1919955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38603-BFEF-D05C-45FE-53786F54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Magnifying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6BD90-1408-E413-B743-116378A75B3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Definition: Extent to which a test </a:t>
                </a:r>
                <a:r>
                  <a:rPr lang="en-US" i="1" dirty="0"/>
                  <a:t>elicits</a:t>
                </a:r>
                <a:r>
                  <a:rPr lang="en-US" dirty="0"/>
                  <a:t> information from test takers</a:t>
                </a:r>
              </a:p>
              <a:p>
                <a:r>
                  <a:rPr lang="en-US" dirty="0"/>
                  <a:t>Quantity, not quality, of information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: Information of the test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Information of test item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No. of test items</a:t>
                </a:r>
              </a:p>
              <a:p>
                <a:pPr marL="0" indent="0">
                  <a:buNone/>
                </a:pPr>
                <a:endParaRPr lang="en-US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6BD90-1408-E413-B743-116378A75B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449" t="-2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73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B4651C-8CB2-769B-6756-8637FE25DC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Information of Test Item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B4651C-8CB2-769B-6756-8637FE25D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67" t="-1852" b="-17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60BCA-F7AF-A5C9-1097-DAFCAF241FC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: Likelihood of selecting correct answer by chance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Number of correct answers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Number of distractors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Number of choices test taker knows is incorrect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60BCA-F7AF-A5C9-1097-DAFCAF241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t="-1493" r="-1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64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56B8098-E64D-51D0-FBA7-5112D211B9B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12648" y="152400"/>
                <a:ext cx="8153400" cy="9906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Implications for Magnifying Power(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56B8098-E64D-51D0-FBA7-5112D211B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2648" y="152400"/>
                <a:ext cx="8153400" cy="990600"/>
              </a:xfrm>
              <a:blipFill>
                <a:blip r:embed="rId2"/>
                <a:stretch>
                  <a:fillRect l="-2693" t="-26994" b="-42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1EA36-83F1-854E-0C3E-3458255F714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→∞,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1 fill-in-the-blank item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1,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.5: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.5 true-or-false item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1,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3,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.361: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= </a:t>
                </a:r>
                <a:r>
                  <a:rPr lang="en-US" b="1" dirty="0">
                    <a:sym typeface="Wingdings" panose="05000000000000000000" pitchFamily="2" charset="2"/>
                  </a:rPr>
                  <a:t>.639 </a:t>
                </a:r>
                <a:r>
                  <a:rPr lang="en-US" dirty="0">
                    <a:sym typeface="Wingdings" panose="05000000000000000000" pitchFamily="2" charset="2"/>
                  </a:rPr>
                  <a:t>common multiple-choice item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1EA36-83F1-854E-0C3E-3458255F7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602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8EE4-A6C8-9FC5-8CEE-C917CDBC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Instant Feedback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EBB9D0-329C-36AA-11B6-05E99F9A9AB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 Index of attempts (0, 1, 2, 3, …)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Magnifying power of score at attempt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(1, 1/2, 1/3, …)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EBB9D0-329C-36AA-11B6-05E99F9A9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493" r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9616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F996-00C7-6F46-4AB3-9BAC57C4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Instant Feedback (IF)</a:t>
            </a:r>
            <a:br>
              <a:rPr lang="en-US" dirty="0"/>
            </a:br>
            <a:r>
              <a:rPr lang="en-US" sz="4000" dirty="0"/>
              <a:t>One key and three distractors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F375CA2-B8CA-A920-2922-5191501276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6671027"/>
                  </p:ext>
                </p:extLst>
              </p:nvPr>
            </p:nvGraphicFramePr>
            <p:xfrm>
              <a:off x="608075" y="1752600"/>
              <a:ext cx="7927849" cy="480060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52877">
                      <a:extLst>
                        <a:ext uri="{9D8B030D-6E8A-4147-A177-3AD203B41FA5}">
                          <a16:colId xmlns:a16="http://schemas.microsoft.com/office/drawing/2014/main" val="3036680055"/>
                        </a:ext>
                      </a:extLst>
                    </a:gridCol>
                    <a:gridCol w="3921697">
                      <a:extLst>
                        <a:ext uri="{9D8B030D-6E8A-4147-A177-3AD203B41FA5}">
                          <a16:colId xmlns:a16="http://schemas.microsoft.com/office/drawing/2014/main" val="3689619168"/>
                        </a:ext>
                      </a:extLst>
                    </a:gridCol>
                    <a:gridCol w="1009489">
                      <a:extLst>
                        <a:ext uri="{9D8B030D-6E8A-4147-A177-3AD203B41FA5}">
                          <a16:colId xmlns:a16="http://schemas.microsoft.com/office/drawing/2014/main" val="2424940242"/>
                        </a:ext>
                      </a:extLst>
                    </a:gridCol>
                    <a:gridCol w="1443786">
                      <a:extLst>
                        <a:ext uri="{9D8B030D-6E8A-4147-A177-3AD203B41FA5}">
                          <a16:colId xmlns:a16="http://schemas.microsoft.com/office/drawing/2014/main" val="3725444224"/>
                        </a:ext>
                      </a:extLst>
                    </a:gridCol>
                  </a:tblGrid>
                  <a:tr h="857249"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Attempt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(t)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Likelihood of Receiving Score by Chance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(L</a:t>
                          </a:r>
                          <a:r>
                            <a:rPr lang="en-US" sz="2000" baseline="-25000">
                              <a:effectLst/>
                            </a:rPr>
                            <a:t>t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Magnifying Power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(u</a:t>
                          </a:r>
                          <a:r>
                            <a:rPr lang="en-US" sz="2000" baseline="-25000">
                              <a:effectLst/>
                            </a:rPr>
                            <a:t>t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86162908"/>
                      </a:ext>
                    </a:extLst>
                  </a:tr>
                  <a:tr h="42862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Computation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Result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2811293"/>
                      </a:ext>
                    </a:extLst>
                  </a:tr>
                  <a:tr h="102870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.361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.639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32165172"/>
                      </a:ext>
                    </a:extLst>
                  </a:tr>
                  <a:tr h="102870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.417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.583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35013431"/>
                      </a:ext>
                    </a:extLst>
                  </a:tr>
                  <a:tr h="102870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2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.500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.500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6125870"/>
                      </a:ext>
                    </a:extLst>
                  </a:tr>
                  <a:tr h="428625">
                    <a:tc gridSpan="3"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Sum (x</a:t>
                          </a:r>
                          <a:r>
                            <a:rPr lang="en-US" sz="2000" baseline="-25000">
                              <a:effectLst/>
                            </a:rPr>
                            <a:t>i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b="1" dirty="0">
                              <a:effectLst/>
                            </a:rPr>
                            <a:t>1.722</a:t>
                          </a:r>
                          <a:endParaRPr lang="en-US" sz="2000" b="1" dirty="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39033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F375CA2-B8CA-A920-2922-5191501276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6671027"/>
                  </p:ext>
                </p:extLst>
              </p:nvPr>
            </p:nvGraphicFramePr>
            <p:xfrm>
              <a:off x="608075" y="1752600"/>
              <a:ext cx="7927849" cy="480060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52877">
                      <a:extLst>
                        <a:ext uri="{9D8B030D-6E8A-4147-A177-3AD203B41FA5}">
                          <a16:colId xmlns:a16="http://schemas.microsoft.com/office/drawing/2014/main" val="3036680055"/>
                        </a:ext>
                      </a:extLst>
                    </a:gridCol>
                    <a:gridCol w="3921697">
                      <a:extLst>
                        <a:ext uri="{9D8B030D-6E8A-4147-A177-3AD203B41FA5}">
                          <a16:colId xmlns:a16="http://schemas.microsoft.com/office/drawing/2014/main" val="3689619168"/>
                        </a:ext>
                      </a:extLst>
                    </a:gridCol>
                    <a:gridCol w="1009489">
                      <a:extLst>
                        <a:ext uri="{9D8B030D-6E8A-4147-A177-3AD203B41FA5}">
                          <a16:colId xmlns:a16="http://schemas.microsoft.com/office/drawing/2014/main" val="2424940242"/>
                        </a:ext>
                      </a:extLst>
                    </a:gridCol>
                    <a:gridCol w="1443786">
                      <a:extLst>
                        <a:ext uri="{9D8B030D-6E8A-4147-A177-3AD203B41FA5}">
                          <a16:colId xmlns:a16="http://schemas.microsoft.com/office/drawing/2014/main" val="3725444224"/>
                        </a:ext>
                      </a:extLst>
                    </a:gridCol>
                  </a:tblGrid>
                  <a:tr h="857249"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Attempt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(t)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Likelihood of Receiving Score by Chance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(L</a:t>
                          </a:r>
                          <a:r>
                            <a:rPr lang="en-US" sz="2000" baseline="-25000">
                              <a:effectLst/>
                            </a:rPr>
                            <a:t>t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Magnifying Power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(u</a:t>
                          </a:r>
                          <a:r>
                            <a:rPr lang="en-US" sz="2000" baseline="-25000">
                              <a:effectLst/>
                            </a:rPr>
                            <a:t>t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86162908"/>
                      </a:ext>
                    </a:extLst>
                  </a:tr>
                  <a:tr h="42862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Computation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Result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2811293"/>
                      </a:ext>
                    </a:extLst>
                  </a:tr>
                  <a:tr h="102870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0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9752" t="-131953" r="-63199" b="-244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.361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.639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32165172"/>
                      </a:ext>
                    </a:extLst>
                  </a:tr>
                  <a:tr h="102870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9752" t="-231953" r="-63199" b="-144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.417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.583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35013431"/>
                      </a:ext>
                    </a:extLst>
                  </a:tr>
                  <a:tr h="102870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2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9752" t="-330000" r="-63199" b="-4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.500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.500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6125870"/>
                      </a:ext>
                    </a:extLst>
                  </a:tr>
                  <a:tr h="428625">
                    <a:tc gridSpan="3"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Sum (x</a:t>
                          </a:r>
                          <a:r>
                            <a:rPr lang="en-US" sz="2000" baseline="-25000">
                              <a:effectLst/>
                            </a:rPr>
                            <a:t>i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b="1" dirty="0">
                              <a:effectLst/>
                            </a:rPr>
                            <a:t>1.722</a:t>
                          </a:r>
                          <a:endParaRPr lang="en-US" sz="2000" b="1" dirty="0">
                            <a:effectLst/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390338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81963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20EF-F8B5-5DBA-DAFD-4496E6E8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A3D0-D18A-4550-76BA-894884070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Distractors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D835F-D7B8-A0E4-FF5C-42BBA280FBC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Number of different point values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brk/>
                      </m:rP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: Index of point values (0, 1, 2, 3, …)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 Number of alternatives sharing the same point value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 Magnifying power of point value </a:t>
                </a:r>
                <a14:m>
                  <m:oMath xmlns:m="http://schemas.openxmlformats.org/officeDocument/2006/math">
                    <m:r>
                      <m:rPr>
                        <m:brk/>
                      </m:rP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: Index of increasing point value (0, 1, 2, 3, …) 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BD835F-D7B8-A0E4-FF5C-42BBA280F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24" t="-2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4075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2163-FFA6-6784-40EC-9C9324F72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EC27-1BF5-FA18-E64A-55B57841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Weighted Distractors (WD)</a:t>
            </a:r>
            <a:br>
              <a:rPr lang="en-US" dirty="0"/>
            </a:br>
            <a:r>
              <a:rPr lang="en-US" sz="4000" dirty="0"/>
              <a:t>One key and three distractors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79B2793-0A3F-4732-3C91-AB3AA5CB68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0477180"/>
                  </p:ext>
                </p:extLst>
              </p:nvPr>
            </p:nvGraphicFramePr>
            <p:xfrm>
              <a:off x="304800" y="1752601"/>
              <a:ext cx="8461249" cy="503885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47800">
                      <a:extLst>
                        <a:ext uri="{9D8B030D-6E8A-4147-A177-3AD203B41FA5}">
                          <a16:colId xmlns:a16="http://schemas.microsoft.com/office/drawing/2014/main" val="454663674"/>
                        </a:ext>
                      </a:extLst>
                    </a:gridCol>
                    <a:gridCol w="938559">
                      <a:extLst>
                        <a:ext uri="{9D8B030D-6E8A-4147-A177-3AD203B41FA5}">
                          <a16:colId xmlns:a16="http://schemas.microsoft.com/office/drawing/2014/main" val="648416631"/>
                        </a:ext>
                      </a:extLst>
                    </a:gridCol>
                    <a:gridCol w="3206670">
                      <a:extLst>
                        <a:ext uri="{9D8B030D-6E8A-4147-A177-3AD203B41FA5}">
                          <a16:colId xmlns:a16="http://schemas.microsoft.com/office/drawing/2014/main" val="1998156898"/>
                        </a:ext>
                      </a:extLst>
                    </a:gridCol>
                    <a:gridCol w="1342327">
                      <a:extLst>
                        <a:ext uri="{9D8B030D-6E8A-4147-A177-3AD203B41FA5}">
                          <a16:colId xmlns:a16="http://schemas.microsoft.com/office/drawing/2014/main" val="1305943284"/>
                        </a:ext>
                      </a:extLst>
                    </a:gridCol>
                    <a:gridCol w="1525893">
                      <a:extLst>
                        <a:ext uri="{9D8B030D-6E8A-4147-A177-3AD203B41FA5}">
                          <a16:colId xmlns:a16="http://schemas.microsoft.com/office/drawing/2014/main" val="1220529725"/>
                        </a:ext>
                      </a:extLst>
                    </a:gridCol>
                  </a:tblGrid>
                  <a:tr h="676141">
                    <a:tc grid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Performance Score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Likelihood of Receiving Score by Chance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</a:t>
                          </a:r>
                          <a:r>
                            <a:rPr lang="en-US" sz="2000" dirty="0" err="1">
                              <a:effectLst/>
                            </a:rPr>
                            <a:t>L</a:t>
                          </a:r>
                          <a:r>
                            <a:rPr lang="en-US" sz="2000" baseline="-25000" dirty="0" err="1">
                              <a:effectLst/>
                            </a:rPr>
                            <a:t>j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Magnifying Power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(v</a:t>
                          </a:r>
                          <a:r>
                            <a:rPr lang="en-US" sz="2000" baseline="-25000">
                              <a:effectLst/>
                            </a:rPr>
                            <a:t>j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28875329"/>
                      </a:ext>
                    </a:extLst>
                  </a:tr>
                  <a:tr h="67614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Type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Index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(j)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Computation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Result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9085459"/>
                      </a:ext>
                    </a:extLst>
                  </a:tr>
                  <a:tr h="811369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Key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.361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.639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75455678"/>
                      </a:ext>
                    </a:extLst>
                  </a:tr>
                  <a:tr h="811369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Distractor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.292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.708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29697581"/>
                      </a:ext>
                    </a:extLst>
                  </a:tr>
                  <a:tr h="811369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Distractor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2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.250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.750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55901393"/>
                      </a:ext>
                    </a:extLst>
                  </a:tr>
                  <a:tr h="67614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Distractor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3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08602789"/>
                      </a:ext>
                    </a:extLst>
                  </a:tr>
                  <a:tr h="33807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Sum (x</a:t>
                          </a:r>
                          <a:r>
                            <a:rPr lang="en-US" sz="2000" baseline="-25000">
                              <a:effectLst/>
                            </a:rPr>
                            <a:t>i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b="1" dirty="0">
                              <a:effectLst/>
                            </a:rPr>
                            <a:t>2.097</a:t>
                          </a:r>
                          <a:endParaRPr lang="en-US" sz="2000" b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669826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79B2793-0A3F-4732-3C91-AB3AA5CB68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0477180"/>
                  </p:ext>
                </p:extLst>
              </p:nvPr>
            </p:nvGraphicFramePr>
            <p:xfrm>
              <a:off x="304800" y="1752601"/>
              <a:ext cx="8461249" cy="503885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47800">
                      <a:extLst>
                        <a:ext uri="{9D8B030D-6E8A-4147-A177-3AD203B41FA5}">
                          <a16:colId xmlns:a16="http://schemas.microsoft.com/office/drawing/2014/main" val="454663674"/>
                        </a:ext>
                      </a:extLst>
                    </a:gridCol>
                    <a:gridCol w="938559">
                      <a:extLst>
                        <a:ext uri="{9D8B030D-6E8A-4147-A177-3AD203B41FA5}">
                          <a16:colId xmlns:a16="http://schemas.microsoft.com/office/drawing/2014/main" val="648416631"/>
                        </a:ext>
                      </a:extLst>
                    </a:gridCol>
                    <a:gridCol w="3206670">
                      <a:extLst>
                        <a:ext uri="{9D8B030D-6E8A-4147-A177-3AD203B41FA5}">
                          <a16:colId xmlns:a16="http://schemas.microsoft.com/office/drawing/2014/main" val="1998156898"/>
                        </a:ext>
                      </a:extLst>
                    </a:gridCol>
                    <a:gridCol w="1342327">
                      <a:extLst>
                        <a:ext uri="{9D8B030D-6E8A-4147-A177-3AD203B41FA5}">
                          <a16:colId xmlns:a16="http://schemas.microsoft.com/office/drawing/2014/main" val="1305943284"/>
                        </a:ext>
                      </a:extLst>
                    </a:gridCol>
                    <a:gridCol w="1525893">
                      <a:extLst>
                        <a:ext uri="{9D8B030D-6E8A-4147-A177-3AD203B41FA5}">
                          <a16:colId xmlns:a16="http://schemas.microsoft.com/office/drawing/2014/main" val="1220529725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Performance Score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Likelihood of Receiving Score by Chance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</a:t>
                          </a:r>
                          <a:r>
                            <a:rPr lang="en-US" sz="2000" dirty="0" err="1">
                              <a:effectLst/>
                            </a:rPr>
                            <a:t>L</a:t>
                          </a:r>
                          <a:r>
                            <a:rPr lang="en-US" sz="2000" baseline="-25000" dirty="0" err="1">
                              <a:effectLst/>
                            </a:rPr>
                            <a:t>j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Magnifying Power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(v</a:t>
                          </a:r>
                          <a:r>
                            <a:rPr lang="en-US" sz="2000" baseline="-25000">
                              <a:effectLst/>
                            </a:rPr>
                            <a:t>j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28875329"/>
                      </a:ext>
                    </a:extLst>
                  </a:tr>
                  <a:tr h="67614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Type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Index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(j)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Computation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Result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9085459"/>
                      </a:ext>
                    </a:extLst>
                  </a:tr>
                  <a:tr h="811369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Key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905" t="-203731" r="-90304" b="-337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.361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.639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75455678"/>
                      </a:ext>
                    </a:extLst>
                  </a:tr>
                  <a:tr h="811369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Distractor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905" t="-306015" r="-90304" b="-2398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.292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.708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29697581"/>
                      </a:ext>
                    </a:extLst>
                  </a:tr>
                  <a:tr h="811369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Distractor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2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905" t="-406015" r="-90304" b="-1398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.250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.750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55901393"/>
                      </a:ext>
                    </a:extLst>
                  </a:tr>
                  <a:tr h="676141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Distractor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3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08602789"/>
                      </a:ext>
                    </a:extLst>
                  </a:tr>
                  <a:tr h="338070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Sum (x</a:t>
                          </a:r>
                          <a:r>
                            <a:rPr lang="en-US" sz="2000" baseline="-25000">
                              <a:effectLst/>
                            </a:rPr>
                            <a:t>i</a:t>
                          </a:r>
                          <a:r>
                            <a:rPr lang="en-US" sz="2000">
                              <a:effectLst/>
                            </a:rPr>
                            <a:t>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b="1" dirty="0">
                              <a:effectLst/>
                            </a:rPr>
                            <a:t>2.097</a:t>
                          </a:r>
                          <a:endParaRPr lang="en-US" sz="2000" b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669826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02394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BBA25-8412-A94D-312C-EE4EF023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F70F-1B92-036B-B2EB-5C39569EF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Combining Instant Feedback and Weighted Distractors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0CF7A1-8323-520E-8334-346F04DFDEB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 Index of attempts (0, 1, 2, 3, …)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Magnifying power of scores at attempt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Number of different performance scores at attempt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0CF7A1-8323-520E-8334-346F04DFDE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398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22AA9-A874-46D8-D4C4-53A1486BD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CAA3-CC62-C3F1-7C2F-A6C49BEA8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Combining IF and WD</a:t>
            </a:r>
            <a:br>
              <a:rPr lang="en-US" dirty="0"/>
            </a:br>
            <a:r>
              <a:rPr lang="en-US" sz="4000" dirty="0"/>
              <a:t>One key and three distractors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4AD0569-AB31-04F1-1DC9-55C2537D1C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3894773"/>
                  </p:ext>
                </p:extLst>
              </p:nvPr>
            </p:nvGraphicFramePr>
            <p:xfrm>
              <a:off x="419100" y="1676400"/>
              <a:ext cx="8305800" cy="487679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57158">
                      <a:extLst>
                        <a:ext uri="{9D8B030D-6E8A-4147-A177-3AD203B41FA5}">
                          <a16:colId xmlns:a16="http://schemas.microsoft.com/office/drawing/2014/main" val="3112537917"/>
                        </a:ext>
                      </a:extLst>
                    </a:gridCol>
                    <a:gridCol w="2258595">
                      <a:extLst>
                        <a:ext uri="{9D8B030D-6E8A-4147-A177-3AD203B41FA5}">
                          <a16:colId xmlns:a16="http://schemas.microsoft.com/office/drawing/2014/main" val="4146406970"/>
                        </a:ext>
                      </a:extLst>
                    </a:gridCol>
                    <a:gridCol w="801437">
                      <a:extLst>
                        <a:ext uri="{9D8B030D-6E8A-4147-A177-3AD203B41FA5}">
                          <a16:colId xmlns:a16="http://schemas.microsoft.com/office/drawing/2014/main" val="1674893335"/>
                        </a:ext>
                      </a:extLst>
                    </a:gridCol>
                    <a:gridCol w="1748589">
                      <a:extLst>
                        <a:ext uri="{9D8B030D-6E8A-4147-A177-3AD203B41FA5}">
                          <a16:colId xmlns:a16="http://schemas.microsoft.com/office/drawing/2014/main" val="2803280079"/>
                        </a:ext>
                      </a:extLst>
                    </a:gridCol>
                    <a:gridCol w="2040021">
                      <a:extLst>
                        <a:ext uri="{9D8B030D-6E8A-4147-A177-3AD203B41FA5}">
                          <a16:colId xmlns:a16="http://schemas.microsoft.com/office/drawing/2014/main" val="3542854007"/>
                        </a:ext>
                      </a:extLst>
                    </a:gridCol>
                  </a:tblGrid>
                  <a:tr h="935147"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Attempt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(t)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Likelihood of Receiving Score by Chance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(L</a:t>
                          </a:r>
                          <a:r>
                            <a:rPr lang="en-US" sz="2000" baseline="-25000" dirty="0">
                              <a:effectLst/>
                            </a:rPr>
                            <a:t>t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Magnifying Power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</a:t>
                          </a:r>
                          <a:r>
                            <a:rPr lang="en-US" sz="2000" dirty="0" err="1">
                              <a:effectLst/>
                            </a:rPr>
                            <a:t>w</a:t>
                          </a:r>
                          <a:r>
                            <a:rPr lang="en-US" sz="2000" baseline="-25000" dirty="0" err="1">
                              <a:effectLst/>
                            </a:rPr>
                            <a:t>t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Number of Different Performance Scores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</a:t>
                          </a:r>
                          <a:r>
                            <a:rPr lang="en-US" sz="2000" dirty="0" err="1">
                              <a:effectLst/>
                            </a:rPr>
                            <a:t>s</a:t>
                          </a:r>
                          <a:r>
                            <a:rPr lang="en-US" sz="2000" baseline="-25000" dirty="0" err="1">
                              <a:effectLst/>
                            </a:rPr>
                            <a:t>t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90143601"/>
                      </a:ext>
                    </a:extLst>
                  </a:tr>
                  <a:tr h="93514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Computation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Result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2330067"/>
                      </a:ext>
                    </a:extLst>
                  </a:tr>
                  <a:tr h="879953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.361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.639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1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83585909"/>
                      </a:ext>
                    </a:extLst>
                  </a:tr>
                  <a:tr h="879953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.417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.583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3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7772023"/>
                      </a:ext>
                    </a:extLst>
                  </a:tr>
                  <a:tr h="879953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2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.500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.500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3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40363285"/>
                      </a:ext>
                    </a:extLst>
                  </a:tr>
                  <a:tr h="366646"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sz="2000" dirty="0">
                              <a:effectLst/>
                            </a:rPr>
                            <a:t>Product Sum (x</a:t>
                          </a:r>
                          <a:r>
                            <a:rPr lang="en-US" sz="2000" baseline="-25000" dirty="0">
                              <a:effectLst/>
                            </a:rPr>
                            <a:t>i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dirty="0"/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b="1" dirty="0">
                              <a:effectLst/>
                            </a:rPr>
                            <a:t>3.889</a:t>
                          </a:r>
                          <a:endParaRPr lang="en-US" sz="2000" b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05462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4AD0569-AB31-04F1-1DC9-55C2537D1C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3894773"/>
                  </p:ext>
                </p:extLst>
              </p:nvPr>
            </p:nvGraphicFramePr>
            <p:xfrm>
              <a:off x="419100" y="1676400"/>
              <a:ext cx="8305800" cy="487679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57158">
                      <a:extLst>
                        <a:ext uri="{9D8B030D-6E8A-4147-A177-3AD203B41FA5}">
                          <a16:colId xmlns:a16="http://schemas.microsoft.com/office/drawing/2014/main" val="3112537917"/>
                        </a:ext>
                      </a:extLst>
                    </a:gridCol>
                    <a:gridCol w="2258595">
                      <a:extLst>
                        <a:ext uri="{9D8B030D-6E8A-4147-A177-3AD203B41FA5}">
                          <a16:colId xmlns:a16="http://schemas.microsoft.com/office/drawing/2014/main" val="4146406970"/>
                        </a:ext>
                      </a:extLst>
                    </a:gridCol>
                    <a:gridCol w="801437">
                      <a:extLst>
                        <a:ext uri="{9D8B030D-6E8A-4147-A177-3AD203B41FA5}">
                          <a16:colId xmlns:a16="http://schemas.microsoft.com/office/drawing/2014/main" val="1674893335"/>
                        </a:ext>
                      </a:extLst>
                    </a:gridCol>
                    <a:gridCol w="1748589">
                      <a:extLst>
                        <a:ext uri="{9D8B030D-6E8A-4147-A177-3AD203B41FA5}">
                          <a16:colId xmlns:a16="http://schemas.microsoft.com/office/drawing/2014/main" val="2803280079"/>
                        </a:ext>
                      </a:extLst>
                    </a:gridCol>
                    <a:gridCol w="2040021">
                      <a:extLst>
                        <a:ext uri="{9D8B030D-6E8A-4147-A177-3AD203B41FA5}">
                          <a16:colId xmlns:a16="http://schemas.microsoft.com/office/drawing/2014/main" val="3542854007"/>
                        </a:ext>
                      </a:extLst>
                    </a:gridCol>
                  </a:tblGrid>
                  <a:tr h="935147"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Attempt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(t)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Likelihood of Receiving Score by Chance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(L</a:t>
                          </a:r>
                          <a:r>
                            <a:rPr lang="en-US" sz="2000" baseline="-25000" dirty="0">
                              <a:effectLst/>
                            </a:rPr>
                            <a:t>t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Magnifying Power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</a:t>
                          </a:r>
                          <a:r>
                            <a:rPr lang="en-US" sz="2000" dirty="0" err="1">
                              <a:effectLst/>
                            </a:rPr>
                            <a:t>w</a:t>
                          </a:r>
                          <a:r>
                            <a:rPr lang="en-US" sz="2000" baseline="-25000" dirty="0" err="1">
                              <a:effectLst/>
                            </a:rPr>
                            <a:t>t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rowSpan="2"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Number of Different Performance Scores</a:t>
                          </a:r>
                        </a:p>
                        <a:p>
                          <a:pPr marL="0" marR="0" indent="0" algn="ct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(</a:t>
                          </a:r>
                          <a:r>
                            <a:rPr lang="en-US" sz="2000" dirty="0" err="1">
                              <a:effectLst/>
                            </a:rPr>
                            <a:t>s</a:t>
                          </a:r>
                          <a:r>
                            <a:rPr lang="en-US" sz="2000" baseline="-25000" dirty="0" err="1">
                              <a:effectLst/>
                            </a:rPr>
                            <a:t>t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90143601"/>
                      </a:ext>
                    </a:extLst>
                  </a:tr>
                  <a:tr h="93514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Computation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Result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12330067"/>
                      </a:ext>
                    </a:extLst>
                  </a:tr>
                  <a:tr h="879953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4690" t="-222222" r="-204313" b="-25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.361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.639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1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83585909"/>
                      </a:ext>
                    </a:extLst>
                  </a:tr>
                  <a:tr h="879953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1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4690" t="-320000" r="-204313" b="-15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.417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.583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3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7772023"/>
                      </a:ext>
                    </a:extLst>
                  </a:tr>
                  <a:tr h="879953">
                    <a:tc>
                      <a:txBody>
                        <a:bodyPr/>
                        <a:lstStyle/>
                        <a:p>
                          <a:pPr marL="0" marR="0" indent="0" algn="ct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2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64690" t="-422917" r="-204313" b="-5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.500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>
                              <a:effectLst/>
                            </a:rPr>
                            <a:t>.500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dirty="0">
                              <a:effectLst/>
                            </a:rPr>
                            <a:t>3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40363285"/>
                      </a:ext>
                    </a:extLst>
                  </a:tr>
                  <a:tr h="366646">
                    <a:tc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gridSpan="2">
                      <a:txBody>
                        <a:bodyPr/>
                        <a:lstStyle/>
                        <a:p>
                          <a:pPr algn="r"/>
                          <a:r>
                            <a:rPr lang="en-US" sz="2000" dirty="0">
                              <a:effectLst/>
                            </a:rPr>
                            <a:t>Product Sum (x</a:t>
                          </a:r>
                          <a:r>
                            <a:rPr lang="en-US" sz="2000" baseline="-25000" dirty="0">
                              <a:effectLst/>
                            </a:rPr>
                            <a:t>i</a:t>
                          </a:r>
                          <a:r>
                            <a:rPr lang="en-US" sz="2000" dirty="0">
                              <a:effectLst/>
                            </a:rPr>
                            <a:t>)</a:t>
                          </a:r>
                          <a:endParaRPr lang="en-US" dirty="0"/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indent="0" algn="r">
                            <a:buNone/>
                          </a:pPr>
                          <a:r>
                            <a:rPr lang="en-US" sz="2000" b="1" dirty="0">
                              <a:effectLst/>
                            </a:rPr>
                            <a:t>3.889</a:t>
                          </a:r>
                          <a:endParaRPr lang="en-US" sz="2000" b="1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Angsana New" panose="02020603050405020304" pitchFamily="18" charset="-34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205462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37325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C3EA-BBCB-2467-8D07-24CB3A3C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Effect on Magnifying Power of the Number of Distractors for a One-Key Multiple-Choice Item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73437F8-9C7F-9569-EFBC-3DCCB2C240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7666458"/>
              </p:ext>
            </p:extLst>
          </p:nvPr>
        </p:nvGraphicFramePr>
        <p:xfrm>
          <a:off x="381000" y="1687194"/>
          <a:ext cx="8382000" cy="4789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8233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4048-9CEE-8CC4-5E9E-F70A5C9EC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of 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1B88C-FA63-8346-E41D-037D5ADCEC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Pacing by time or turn</a:t>
            </a:r>
          </a:p>
          <a:p>
            <a:r>
              <a:rPr lang="en-US" dirty="0"/>
              <a:t>Submission: Sprinting or no sprinting</a:t>
            </a:r>
          </a:p>
          <a:p>
            <a:r>
              <a:rPr lang="en-US" dirty="0"/>
              <a:t>Sequencing: Skipping or no skipping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957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45BC-BA92-C052-7BFE-6567F836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GroupMaker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B564A-9C6C-B8A8-1842-EA249985B9C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Pacing uncontrolled</a:t>
            </a:r>
          </a:p>
          <a:p>
            <a:r>
              <a:rPr lang="en-US" dirty="0"/>
              <a:t>Submission option: No sprinting</a:t>
            </a:r>
          </a:p>
          <a:p>
            <a:r>
              <a:rPr lang="en-US" dirty="0"/>
              <a:t>Sequencing option: No skipping</a:t>
            </a:r>
          </a:p>
          <a:p>
            <a:r>
              <a:rPr lang="en-US" dirty="0"/>
              <a:t>Player-directed dynamic scoreboard</a:t>
            </a:r>
          </a:p>
        </p:txBody>
      </p:sp>
    </p:spTree>
    <p:extLst>
      <p:ext uri="{BB962C8B-B14F-4D97-AF65-F5344CB8AC3E}">
        <p14:creationId xmlns:p14="http://schemas.microsoft.com/office/powerpoint/2010/main" val="1313932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DFF0-8B19-C7DB-A27C-0F64A1337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524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GroupMaker’s</a:t>
            </a:r>
            <a:r>
              <a:rPr lang="en-US" dirty="0"/>
              <a:t> Player-Directed Dynamic Scoreboard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9A725-EA48-7D18-B7D2-67589D1E1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76400"/>
            <a:ext cx="714808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50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2080-E7C9-9387-977F-2E231300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F7E9C-4883-08EB-D7E0-5D7552EACE7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Magnifying Power = 10x</a:t>
            </a:r>
          </a:p>
          <a:p>
            <a:pPr lvl="1"/>
            <a:r>
              <a:rPr lang="en-US" dirty="0"/>
              <a:t>10 fill-in-the-blank items</a:t>
            </a:r>
          </a:p>
          <a:p>
            <a:pPr lvl="1"/>
            <a:r>
              <a:rPr lang="en-US" dirty="0"/>
              <a:t>20 true-or-false items</a:t>
            </a:r>
          </a:p>
          <a:p>
            <a:pPr lvl="1"/>
            <a:r>
              <a:rPr lang="en-US"/>
              <a:t>Multiple-choice item of </a:t>
            </a:r>
            <a:r>
              <a:rPr lang="en-US" dirty="0"/>
              <a:t>one key and three distractors</a:t>
            </a:r>
          </a:p>
          <a:p>
            <a:pPr lvl="2"/>
            <a:r>
              <a:rPr lang="en-US" dirty="0"/>
              <a:t>15.6 conventionally administered</a:t>
            </a:r>
          </a:p>
          <a:p>
            <a:pPr lvl="2"/>
            <a:r>
              <a:rPr lang="en-US" dirty="0"/>
              <a:t>5.8 with instant feedback</a:t>
            </a:r>
          </a:p>
          <a:p>
            <a:pPr lvl="2"/>
            <a:r>
              <a:rPr lang="en-US" dirty="0"/>
              <a:t>4.8 with weighted distractors</a:t>
            </a:r>
          </a:p>
          <a:p>
            <a:pPr lvl="2"/>
            <a:r>
              <a:rPr lang="en-US" dirty="0"/>
              <a:t>2.6 with instant feedback and weighted distractors</a:t>
            </a:r>
          </a:p>
        </p:txBody>
      </p:sp>
    </p:spTree>
    <p:extLst>
      <p:ext uri="{BB962C8B-B14F-4D97-AF65-F5344CB8AC3E}">
        <p14:creationId xmlns:p14="http://schemas.microsoft.com/office/powerpoint/2010/main" val="1150910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773D-EB3E-B15C-77C3-14A05D0F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0F9CC-1EE2-A2CD-5FDA-0EBAD111500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is game play affected by a dynamic scoreboard, player-directed or not?</a:t>
            </a:r>
          </a:p>
          <a:p>
            <a:r>
              <a:rPr lang="en-US" dirty="0"/>
              <a:t>To what extent does a player-directed dynamic score motivate slower players to speed up and faster players to slow down?</a:t>
            </a:r>
          </a:p>
          <a:p>
            <a:r>
              <a:rPr lang="en-US" dirty="0"/>
              <a:t>How does magnifying power relate to the reliability and validity of the test?</a:t>
            </a:r>
          </a:p>
        </p:txBody>
      </p:sp>
    </p:spTree>
    <p:extLst>
      <p:ext uri="{BB962C8B-B14F-4D97-AF65-F5344CB8AC3E}">
        <p14:creationId xmlns:p14="http://schemas.microsoft.com/office/powerpoint/2010/main" val="12674802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4551BF69F2CD4B97F7E9AACCEA3071" ma:contentTypeVersion="14" ma:contentTypeDescription="Create a new document." ma:contentTypeScope="" ma:versionID="a7bc55e1da5c6d6f8382b88928b1c948">
  <xsd:schema xmlns:xsd="http://www.w3.org/2001/XMLSchema" xmlns:xs="http://www.w3.org/2001/XMLSchema" xmlns:p="http://schemas.microsoft.com/office/2006/metadata/properties" xmlns:ns1="http://schemas.microsoft.com/sharepoint/v3" xmlns:ns3="a90dac09-113b-4bec-bc2f-c71fab4c37fc" xmlns:ns4="885ab3ec-057f-4ee0-a37d-716e2ec8f9cb" targetNamespace="http://schemas.microsoft.com/office/2006/metadata/properties" ma:root="true" ma:fieldsID="9cada0361514f20b44c26608413e7978" ns1:_="" ns3:_="" ns4:_="">
    <xsd:import namespace="http://schemas.microsoft.com/sharepoint/v3"/>
    <xsd:import namespace="a90dac09-113b-4bec-bc2f-c71fab4c37fc"/>
    <xsd:import namespace="885ab3ec-057f-4ee0-a37d-716e2ec8f9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0dac09-113b-4bec-bc2f-c71fab4c37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ab3ec-057f-4ee0-a37d-716e2ec8f9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4385F54-494F-4509-99B0-EEF89261AA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79243E-EF51-4CF5-86E3-275801BBCA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90dac09-113b-4bec-bc2f-c71fab4c37fc"/>
    <ds:schemaRef ds:uri="885ab3ec-057f-4ee0-a37d-716e2ec8f9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D57A0DA-17B4-4C68-BA93-98B440133AF4}">
  <ds:schemaRefs>
    <ds:schemaRef ds:uri="a90dac09-113b-4bec-bc2f-c71fab4c37fc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885ab3ec-057f-4ee0-a37d-716e2ec8f9cb"/>
    <ds:schemaRef ds:uri="http://www.w3.org/XML/1998/namespac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17123</TotalTime>
  <Words>886</Words>
  <Application>Microsoft Office PowerPoint</Application>
  <PresentationFormat>On-screen Show (4:3)</PresentationFormat>
  <Paragraphs>197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Wingdings</vt:lpstr>
      <vt:lpstr>Wingdings 2</vt:lpstr>
      <vt:lpstr>Median</vt:lpstr>
      <vt:lpstr>How to Frame Game a Close-Ended Test Magnifying Power, Instant Feedback, Weighted Distractors, Pacing, and Dynamic Scoreboard</vt:lpstr>
      <vt:lpstr>Content</vt:lpstr>
      <vt:lpstr>Frame Game</vt:lpstr>
      <vt:lpstr>Close-Ended Item</vt:lpstr>
      <vt:lpstr>Problem and Solution</vt:lpstr>
      <vt:lpstr>Increase Number of Scores per Test Item</vt:lpstr>
      <vt:lpstr>Magnifying Power</vt:lpstr>
      <vt:lpstr>Information of Test Item (x_i)</vt:lpstr>
      <vt:lpstr>Implications for Magnifying Power(x_i)</vt:lpstr>
      <vt:lpstr>Instant Feedback</vt:lpstr>
      <vt:lpstr>Instant Feedback (IF) One key and three distractors</vt:lpstr>
      <vt:lpstr>Weighted Distractors</vt:lpstr>
      <vt:lpstr>Weighted Distractors (WD) One key and three distractors</vt:lpstr>
      <vt:lpstr>Combining Instant Feedback and Weighted Distractors</vt:lpstr>
      <vt:lpstr>Combining IF and WD One key and three distractors</vt:lpstr>
      <vt:lpstr>Effect on Magnifying Power of the Number of Distractors for a One-Key Multiple-Choice Item</vt:lpstr>
      <vt:lpstr>Control of Play</vt:lpstr>
      <vt:lpstr>GroupMaker</vt:lpstr>
      <vt:lpstr>GroupMaker’s Player-Directed Dynamic Scoreboard</vt:lpstr>
      <vt:lpstr>Conclusion</vt:lpstr>
      <vt:lpstr>Future Research</vt:lpstr>
    </vt:vector>
  </TitlesOfParts>
  <Company>Towson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Mitigating the winner’s curse in the auction market of a computer-assisted business gaming simulation</dc:title>
  <dc:creator>precha</dc:creator>
  <cp:lastModifiedBy>Precha Thavikulwat</cp:lastModifiedBy>
  <cp:revision>319</cp:revision>
  <cp:lastPrinted>2023-03-20T19:32:05Z</cp:lastPrinted>
  <dcterms:created xsi:type="dcterms:W3CDTF">2009-03-16T19:38:09Z</dcterms:created>
  <dcterms:modified xsi:type="dcterms:W3CDTF">2026-01-27T16:37:51Z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0x010100664551BF69F2CD4B97F7E9AACCEA3071</vt:lpwstr>
  </property>
</Properties>
</file>